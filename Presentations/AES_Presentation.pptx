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7"/>
  </p:notesMasterIdLst>
  <p:sldIdLst>
    <p:sldId id="256" r:id="rId5"/>
    <p:sldId id="259" r:id="rId6"/>
    <p:sldId id="273" r:id="rId7"/>
    <p:sldId id="275" r:id="rId8"/>
    <p:sldId id="260" r:id="rId9"/>
    <p:sldId id="276" r:id="rId10"/>
    <p:sldId id="261" r:id="rId11"/>
    <p:sldId id="262" r:id="rId12"/>
    <p:sldId id="263" r:id="rId13"/>
    <p:sldId id="264" r:id="rId14"/>
    <p:sldId id="283" r:id="rId15"/>
    <p:sldId id="277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Poppins Bold" panose="020B060402020202020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1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D1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6D3EF-BB13-4C5C-A1A8-9820E7F233BA}" v="9" dt="2026-03-25T20:39:02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6" d="100"/>
          <a:sy n="196" d="100"/>
        </p:scale>
        <p:origin x="792" y="150"/>
      </p:cViewPr>
      <p:guideLst>
        <p:guide orient="horz" pos="1080"/>
        <p:guide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sif Eugen" userId="8ae4d94f-3059-47bd-9a57-efafaefb0e58" providerId="ADAL" clId="{373CFC0C-B9AC-4402-8E63-3F6A41E6FC18}"/>
    <pc:docChg chg="custSel modSld">
      <pc:chgData name="Iosif Eugen" userId="8ae4d94f-3059-47bd-9a57-efafaefb0e58" providerId="ADAL" clId="{373CFC0C-B9AC-4402-8E63-3F6A41E6FC18}" dt="2026-03-25T20:42:34.656" v="527" actId="20577"/>
      <pc:docMkLst>
        <pc:docMk/>
      </pc:docMkLst>
      <pc:sldChg chg="modSp mod">
        <pc:chgData name="Iosif Eugen" userId="8ae4d94f-3059-47bd-9a57-efafaefb0e58" providerId="ADAL" clId="{373CFC0C-B9AC-4402-8E63-3F6A41E6FC18}" dt="2026-03-25T19:49:15.263" v="42" actId="20577"/>
        <pc:sldMkLst>
          <pc:docMk/>
          <pc:sldMk cId="2865159595" sldId="259"/>
        </pc:sldMkLst>
        <pc:spChg chg="mod">
          <ac:chgData name="Iosif Eugen" userId="8ae4d94f-3059-47bd-9a57-efafaefb0e58" providerId="ADAL" clId="{373CFC0C-B9AC-4402-8E63-3F6A41E6FC18}" dt="2026-03-25T19:49:15.263" v="42" actId="20577"/>
          <ac:spMkLst>
            <pc:docMk/>
            <pc:sldMk cId="2865159595" sldId="259"/>
            <ac:spMk id="9" creationId="{8D86EFDC-DC69-2F18-7F75-99873D44C40C}"/>
          </ac:spMkLst>
        </pc:spChg>
      </pc:sldChg>
      <pc:sldChg chg="modSp mod">
        <pc:chgData name="Iosif Eugen" userId="8ae4d94f-3059-47bd-9a57-efafaefb0e58" providerId="ADAL" clId="{373CFC0C-B9AC-4402-8E63-3F6A41E6FC18}" dt="2026-03-25T19:49:32.627" v="53" actId="20577"/>
        <pc:sldMkLst>
          <pc:docMk/>
          <pc:sldMk cId="2794458591" sldId="261"/>
        </pc:sldMkLst>
        <pc:spChg chg="mod">
          <ac:chgData name="Iosif Eugen" userId="8ae4d94f-3059-47bd-9a57-efafaefb0e58" providerId="ADAL" clId="{373CFC0C-B9AC-4402-8E63-3F6A41E6FC18}" dt="2026-03-25T19:49:32.627" v="53" actId="20577"/>
          <ac:spMkLst>
            <pc:docMk/>
            <pc:sldMk cId="2794458591" sldId="261"/>
            <ac:spMk id="10" creationId="{0079686B-6723-5D14-7B1A-1D9F725D6B0F}"/>
          </ac:spMkLst>
        </pc:spChg>
      </pc:sldChg>
      <pc:sldChg chg="modSp mod">
        <pc:chgData name="Iosif Eugen" userId="8ae4d94f-3059-47bd-9a57-efafaefb0e58" providerId="ADAL" clId="{373CFC0C-B9AC-4402-8E63-3F6A41E6FC18}" dt="2026-03-25T20:38:14.886" v="166" actId="113"/>
        <pc:sldMkLst>
          <pc:docMk/>
          <pc:sldMk cId="1644086502" sldId="262"/>
        </pc:sldMkLst>
        <pc:spChg chg="mod">
          <ac:chgData name="Iosif Eugen" userId="8ae4d94f-3059-47bd-9a57-efafaefb0e58" providerId="ADAL" clId="{373CFC0C-B9AC-4402-8E63-3F6A41E6FC18}" dt="2026-03-25T20:38:06.988" v="153" actId="20577"/>
          <ac:spMkLst>
            <pc:docMk/>
            <pc:sldMk cId="1644086502" sldId="262"/>
            <ac:spMk id="9" creationId="{CC4F6CB7-9FD1-AE4A-F980-6BCA70FFB31F}"/>
          </ac:spMkLst>
        </pc:spChg>
        <pc:spChg chg="mod">
          <ac:chgData name="Iosif Eugen" userId="8ae4d94f-3059-47bd-9a57-efafaefb0e58" providerId="ADAL" clId="{373CFC0C-B9AC-4402-8E63-3F6A41E6FC18}" dt="2026-03-25T20:38:14.886" v="166" actId="113"/>
          <ac:spMkLst>
            <pc:docMk/>
            <pc:sldMk cId="1644086502" sldId="262"/>
            <ac:spMk id="13" creationId="{68C40A6A-883B-32C2-17BD-A1B6621B13DA}"/>
          </ac:spMkLst>
        </pc:spChg>
      </pc:sldChg>
      <pc:sldChg chg="modSp mod">
        <pc:chgData name="Iosif Eugen" userId="8ae4d94f-3059-47bd-9a57-efafaefb0e58" providerId="ADAL" clId="{373CFC0C-B9AC-4402-8E63-3F6A41E6FC18}" dt="2026-03-25T20:37:56.625" v="135" actId="20577"/>
        <pc:sldMkLst>
          <pc:docMk/>
          <pc:sldMk cId="2176462528" sldId="268"/>
        </pc:sldMkLst>
        <pc:spChg chg="mod">
          <ac:chgData name="Iosif Eugen" userId="8ae4d94f-3059-47bd-9a57-efafaefb0e58" providerId="ADAL" clId="{373CFC0C-B9AC-4402-8E63-3F6A41E6FC18}" dt="2026-03-25T20:37:56.625" v="135" actId="20577"/>
          <ac:spMkLst>
            <pc:docMk/>
            <pc:sldMk cId="2176462528" sldId="268"/>
            <ac:spMk id="12" creationId="{7BB0A58A-D351-2A32-BDAB-8F9145076A12}"/>
          </ac:spMkLst>
        </pc:spChg>
      </pc:sldChg>
      <pc:sldChg chg="modSp mod">
        <pc:chgData name="Iosif Eugen" userId="8ae4d94f-3059-47bd-9a57-efafaefb0e58" providerId="ADAL" clId="{373CFC0C-B9AC-4402-8E63-3F6A41E6FC18}" dt="2026-03-25T20:39:18.944" v="182" actId="113"/>
        <pc:sldMkLst>
          <pc:docMk/>
          <pc:sldMk cId="3437784557" sldId="269"/>
        </pc:sldMkLst>
        <pc:spChg chg="mod">
          <ac:chgData name="Iosif Eugen" userId="8ae4d94f-3059-47bd-9a57-efafaefb0e58" providerId="ADAL" clId="{373CFC0C-B9AC-4402-8E63-3F6A41E6FC18}" dt="2026-03-25T20:38:28.028" v="178" actId="20577"/>
          <ac:spMkLst>
            <pc:docMk/>
            <pc:sldMk cId="3437784557" sldId="269"/>
            <ac:spMk id="12" creationId="{A4C968CB-947F-480D-74B1-A01A028E6E87}"/>
          </ac:spMkLst>
        </pc:spChg>
        <pc:spChg chg="mod">
          <ac:chgData name="Iosif Eugen" userId="8ae4d94f-3059-47bd-9a57-efafaefb0e58" providerId="ADAL" clId="{373CFC0C-B9AC-4402-8E63-3F6A41E6FC18}" dt="2026-03-25T20:39:18.944" v="182" actId="113"/>
          <ac:spMkLst>
            <pc:docMk/>
            <pc:sldMk cId="3437784557" sldId="269"/>
            <ac:spMk id="19" creationId="{352B6A3F-B986-4A5D-640D-344395AE9182}"/>
          </ac:spMkLst>
        </pc:spChg>
      </pc:sldChg>
      <pc:sldChg chg="modSp mod">
        <pc:chgData name="Iosif Eugen" userId="8ae4d94f-3059-47bd-9a57-efafaefb0e58" providerId="ADAL" clId="{373CFC0C-B9AC-4402-8E63-3F6A41E6FC18}" dt="2026-03-25T20:40:29.284" v="332" actId="20577"/>
        <pc:sldMkLst>
          <pc:docMk/>
          <pc:sldMk cId="3179632698" sldId="270"/>
        </pc:sldMkLst>
        <pc:spChg chg="mod">
          <ac:chgData name="Iosif Eugen" userId="8ae4d94f-3059-47bd-9a57-efafaefb0e58" providerId="ADAL" clId="{373CFC0C-B9AC-4402-8E63-3F6A41E6FC18}" dt="2026-03-25T20:39:29.294" v="194" actId="20577"/>
          <ac:spMkLst>
            <pc:docMk/>
            <pc:sldMk cId="3179632698" sldId="270"/>
            <ac:spMk id="8" creationId="{EE6C324A-00F0-2DA5-7C54-58BD1C79C9BC}"/>
          </ac:spMkLst>
        </pc:spChg>
        <pc:spChg chg="mod">
          <ac:chgData name="Iosif Eugen" userId="8ae4d94f-3059-47bd-9a57-efafaefb0e58" providerId="ADAL" clId="{373CFC0C-B9AC-4402-8E63-3F6A41E6FC18}" dt="2026-03-25T20:39:34.829" v="205" actId="20577"/>
          <ac:spMkLst>
            <pc:docMk/>
            <pc:sldMk cId="3179632698" sldId="270"/>
            <ac:spMk id="9" creationId="{44E9CAAC-5420-E712-62C0-5AE24A6BB60F}"/>
          </ac:spMkLst>
        </pc:spChg>
        <pc:spChg chg="mod">
          <ac:chgData name="Iosif Eugen" userId="8ae4d94f-3059-47bd-9a57-efafaefb0e58" providerId="ADAL" clId="{373CFC0C-B9AC-4402-8E63-3F6A41E6FC18}" dt="2026-03-25T20:40:24.020" v="313" actId="20577"/>
          <ac:spMkLst>
            <pc:docMk/>
            <pc:sldMk cId="3179632698" sldId="270"/>
            <ac:spMk id="10" creationId="{8CB8836D-1242-DCF9-4158-68F0316A8496}"/>
          </ac:spMkLst>
        </pc:spChg>
        <pc:spChg chg="mod">
          <ac:chgData name="Iosif Eugen" userId="8ae4d94f-3059-47bd-9a57-efafaefb0e58" providerId="ADAL" clId="{373CFC0C-B9AC-4402-8E63-3F6A41E6FC18}" dt="2026-03-25T20:39:38.530" v="215" actId="20577"/>
          <ac:spMkLst>
            <pc:docMk/>
            <pc:sldMk cId="3179632698" sldId="270"/>
            <ac:spMk id="12" creationId="{7A96E23A-AC5C-A9DE-A62C-0904820B569C}"/>
          </ac:spMkLst>
        </pc:spChg>
        <pc:spChg chg="mod">
          <ac:chgData name="Iosif Eugen" userId="8ae4d94f-3059-47bd-9a57-efafaefb0e58" providerId="ADAL" clId="{373CFC0C-B9AC-4402-8E63-3F6A41E6FC18}" dt="2026-03-25T20:40:29.284" v="332" actId="20577"/>
          <ac:spMkLst>
            <pc:docMk/>
            <pc:sldMk cId="3179632698" sldId="270"/>
            <ac:spMk id="13" creationId="{2315CE81-C134-4833-9E17-4568DCB0CFBD}"/>
          </ac:spMkLst>
        </pc:spChg>
      </pc:sldChg>
      <pc:sldChg chg="modSp mod">
        <pc:chgData name="Iosif Eugen" userId="8ae4d94f-3059-47bd-9a57-efafaefb0e58" providerId="ADAL" clId="{373CFC0C-B9AC-4402-8E63-3F6A41E6FC18}" dt="2026-03-25T20:40:57.909" v="374" actId="14100"/>
        <pc:sldMkLst>
          <pc:docMk/>
          <pc:sldMk cId="3363405651" sldId="271"/>
        </pc:sldMkLst>
        <pc:spChg chg="mod">
          <ac:chgData name="Iosif Eugen" userId="8ae4d94f-3059-47bd-9a57-efafaefb0e58" providerId="ADAL" clId="{373CFC0C-B9AC-4402-8E63-3F6A41E6FC18}" dt="2026-03-25T20:40:45.397" v="360" actId="20577"/>
          <ac:spMkLst>
            <pc:docMk/>
            <pc:sldMk cId="3363405651" sldId="271"/>
            <ac:spMk id="9" creationId="{5E4D8914-5F61-7F28-BEDB-D1EE54779F77}"/>
          </ac:spMkLst>
        </pc:spChg>
        <pc:spChg chg="mod">
          <ac:chgData name="Iosif Eugen" userId="8ae4d94f-3059-47bd-9a57-efafaefb0e58" providerId="ADAL" clId="{373CFC0C-B9AC-4402-8E63-3F6A41E6FC18}" dt="2026-03-25T20:40:57.909" v="374" actId="14100"/>
          <ac:spMkLst>
            <pc:docMk/>
            <pc:sldMk cId="3363405651" sldId="271"/>
            <ac:spMk id="10" creationId="{9FAFB827-A883-6CCA-3DFC-5BA012DD4E0F}"/>
          </ac:spMkLst>
        </pc:spChg>
      </pc:sldChg>
      <pc:sldChg chg="modSp mod">
        <pc:chgData name="Iosif Eugen" userId="8ae4d94f-3059-47bd-9a57-efafaefb0e58" providerId="ADAL" clId="{373CFC0C-B9AC-4402-8E63-3F6A41E6FC18}" dt="2026-03-25T20:41:26.536" v="414" actId="20577"/>
        <pc:sldMkLst>
          <pc:docMk/>
          <pc:sldMk cId="961199403" sldId="272"/>
        </pc:sldMkLst>
        <pc:spChg chg="mod">
          <ac:chgData name="Iosif Eugen" userId="8ae4d94f-3059-47bd-9a57-efafaefb0e58" providerId="ADAL" clId="{373CFC0C-B9AC-4402-8E63-3F6A41E6FC18}" dt="2026-03-25T20:41:26.536" v="414" actId="20577"/>
          <ac:spMkLst>
            <pc:docMk/>
            <pc:sldMk cId="961199403" sldId="272"/>
            <ac:spMk id="10" creationId="{5AA6AE36-CC5F-5A12-3420-274814F51104}"/>
          </ac:spMkLst>
        </pc:spChg>
        <pc:spChg chg="mod">
          <ac:chgData name="Iosif Eugen" userId="8ae4d94f-3059-47bd-9a57-efafaefb0e58" providerId="ADAL" clId="{373CFC0C-B9AC-4402-8E63-3F6A41E6FC18}" dt="2026-03-25T20:41:18.740" v="401" actId="27636"/>
          <ac:spMkLst>
            <pc:docMk/>
            <pc:sldMk cId="961199403" sldId="272"/>
            <ac:spMk id="15" creationId="{7E97CC34-87E6-90AF-327C-60250AE578F4}"/>
          </ac:spMkLst>
        </pc:spChg>
      </pc:sldChg>
      <pc:sldChg chg="modSp mod">
        <pc:chgData name="Iosif Eugen" userId="8ae4d94f-3059-47bd-9a57-efafaefb0e58" providerId="ADAL" clId="{373CFC0C-B9AC-4402-8E63-3F6A41E6FC18}" dt="2026-03-25T20:42:10.921" v="492" actId="20577"/>
        <pc:sldMkLst>
          <pc:docMk/>
          <pc:sldMk cId="1066254880" sldId="273"/>
        </pc:sldMkLst>
        <pc:spChg chg="mod">
          <ac:chgData name="Iosif Eugen" userId="8ae4d94f-3059-47bd-9a57-efafaefb0e58" providerId="ADAL" clId="{373CFC0C-B9AC-4402-8E63-3F6A41E6FC18}" dt="2026-03-25T20:42:10.921" v="492" actId="20577"/>
          <ac:spMkLst>
            <pc:docMk/>
            <pc:sldMk cId="1066254880" sldId="273"/>
            <ac:spMk id="12" creationId="{04D40911-A3C5-227C-797E-88FBE2815E5F}"/>
          </ac:spMkLst>
        </pc:spChg>
      </pc:sldChg>
      <pc:sldChg chg="modSp mod">
        <pc:chgData name="Iosif Eugen" userId="8ae4d94f-3059-47bd-9a57-efafaefb0e58" providerId="ADAL" clId="{373CFC0C-B9AC-4402-8E63-3F6A41E6FC18}" dt="2026-03-25T20:42:23.123" v="501" actId="20577"/>
        <pc:sldMkLst>
          <pc:docMk/>
          <pc:sldMk cId="410335382" sldId="274"/>
        </pc:sldMkLst>
        <pc:spChg chg="mod">
          <ac:chgData name="Iosif Eugen" userId="8ae4d94f-3059-47bd-9a57-efafaefb0e58" providerId="ADAL" clId="{373CFC0C-B9AC-4402-8E63-3F6A41E6FC18}" dt="2026-03-25T20:42:23.123" v="501" actId="20577"/>
          <ac:spMkLst>
            <pc:docMk/>
            <pc:sldMk cId="410335382" sldId="274"/>
            <ac:spMk id="10" creationId="{BF2DF25B-F5AA-76B6-A2CD-E6C8DB0AF8BB}"/>
          </ac:spMkLst>
        </pc:spChg>
      </pc:sldChg>
      <pc:sldChg chg="modSp mod">
        <pc:chgData name="Iosif Eugen" userId="8ae4d94f-3059-47bd-9a57-efafaefb0e58" providerId="ADAL" clId="{373CFC0C-B9AC-4402-8E63-3F6A41E6FC18}" dt="2026-03-25T20:42:34.656" v="527" actId="20577"/>
        <pc:sldMkLst>
          <pc:docMk/>
          <pc:sldMk cId="2746438221" sldId="275"/>
        </pc:sldMkLst>
        <pc:spChg chg="mod">
          <ac:chgData name="Iosif Eugen" userId="8ae4d94f-3059-47bd-9a57-efafaefb0e58" providerId="ADAL" clId="{373CFC0C-B9AC-4402-8E63-3F6A41E6FC18}" dt="2026-03-25T20:42:34.656" v="527" actId="20577"/>
          <ac:spMkLst>
            <pc:docMk/>
            <pc:sldMk cId="2746438221" sldId="275"/>
            <ac:spMk id="10" creationId="{181A9B44-31E0-109D-FABE-1560C66F8F6E}"/>
          </ac:spMkLst>
        </pc:spChg>
      </pc:sldChg>
      <pc:sldChg chg="modSp mod">
        <pc:chgData name="Iosif Eugen" userId="8ae4d94f-3059-47bd-9a57-efafaefb0e58" providerId="ADAL" clId="{373CFC0C-B9AC-4402-8E63-3F6A41E6FC18}" dt="2026-03-25T19:48:56.727" v="9"/>
        <pc:sldMkLst>
          <pc:docMk/>
          <pc:sldMk cId="2245950904" sldId="277"/>
        </pc:sldMkLst>
        <pc:spChg chg="mod">
          <ac:chgData name="Iosif Eugen" userId="8ae4d94f-3059-47bd-9a57-efafaefb0e58" providerId="ADAL" clId="{373CFC0C-B9AC-4402-8E63-3F6A41E6FC18}" dt="2026-03-25T19:48:56.727" v="9"/>
          <ac:spMkLst>
            <pc:docMk/>
            <pc:sldMk cId="2245950904" sldId="277"/>
            <ac:spMk id="12" creationId="{3BCA02C6-34AD-DFDB-0F34-3E09E95016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6915E-4E40-4782-BB06-41C3AF4F8730}" type="datetimeFigureOut">
              <a:t>4/15/2026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043BF-CAEE-4965-9577-A23E3C56EE6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59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Prezentare</a:t>
            </a:r>
          </a:p>
          <a:p>
            <a:r>
              <a:rPr lang="en-US" dirty="0">
                <a:ea typeface="Calibri"/>
                <a:cs typeface="Calibri"/>
              </a:rPr>
              <a:t>Ma </a:t>
            </a:r>
            <a:r>
              <a:rPr lang="en-US" dirty="0" err="1">
                <a:ea typeface="Calibri"/>
                <a:cs typeface="Calibri"/>
              </a:rPr>
              <a:t>intrerupeti</a:t>
            </a:r>
            <a:r>
              <a:rPr lang="en-US">
                <a:ea typeface="Calibri"/>
                <a:cs typeface="Calibri"/>
              </a:rPr>
              <a:t> cand aveti nevoie de clarificatii</a:t>
            </a:r>
          </a:p>
          <a:p>
            <a:r>
              <a:rPr lang="en-US" dirty="0">
                <a:ea typeface="Calibri"/>
                <a:cs typeface="Calibri"/>
              </a:rPr>
              <a:t>Nu sunt </a:t>
            </a:r>
            <a:r>
              <a:rPr lang="en-US" dirty="0" err="1">
                <a:ea typeface="Calibri"/>
                <a:cs typeface="Calibri"/>
              </a:rPr>
              <a:t>intrebari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gresite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lucruri</a:t>
            </a:r>
            <a:r>
              <a:rPr lang="en-US" dirty="0">
                <a:ea typeface="Calibri"/>
                <a:cs typeface="Calibri"/>
              </a:rPr>
              <a:t> pe care nu le-am </a:t>
            </a:r>
            <a:r>
              <a:rPr lang="en-US" dirty="0" err="1">
                <a:ea typeface="Calibri"/>
                <a:cs typeface="Calibri"/>
              </a:rPr>
              <a:t>explicat</a:t>
            </a:r>
            <a:r>
              <a:rPr lang="en-US">
                <a:ea typeface="Calibri"/>
                <a:cs typeface="Calibri"/>
              </a:rPr>
              <a:t> bine.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771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065B-C9DD-92FA-BE1C-456E5A7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DFA14-FED9-1DF4-69C1-4057855B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23C9A-6BE6-6E3B-8056-1B4018D31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4C4D5-C695-F0B8-16C9-714F7ED1D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15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 Cipher Modes of Operation define how to securely encrypt and decrypt large amounts of data using a block cipher. A block cipher is an encryption algorithm that processes data in fixed-size blocks (e.g., 128 bits) rather than one bit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97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03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0AC4-77D1-86F5-301F-52609207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62AC9-AF87-242C-F492-06C5E0574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0921E-8EB6-1AC2-43E2-687A56AB2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3695A-7206-EDA8-0FAB-23B7A2097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65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40FE-7C64-EA91-2B2F-AAF4E648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BF375-A945-3E2A-9A90-6D66E0EB6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257EF-2214-4B0E-5F74-51C045AC3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DED28-8218-BBD5-E907-979CA12ED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807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F268-6DAC-1791-C025-EC4C8F58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EA100-22E9-9A8D-450F-8531B0340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4C957-4964-3140-D8F5-009D523C3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FAB82-65E7-B840-BB37-2FB8010EB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701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A53D-8DB5-00EE-18F5-CC3D9E4A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FC058-D641-9177-2087-7E5903223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66C52-7E14-09AC-DCB5-B74D17B3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https://nvlpubs.nist.gov/nistpubs/fips/nist.fips.197.pdf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3144D-DD77-ECD4-23CF-A0FBB3A30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961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197B5-2F0A-BAB2-3528-1FCF8204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50EE0-92CF-5006-0499-7BADF4B2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B597A-F0D8-76E0-021A-97DA90192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50101-7484-3E4C-A89F-6042B43FC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667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9707-EE25-96F5-F00B-C9F64A8C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58576-3458-8DE4-80D2-84B55EAAA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AD7FD-B594-3137-8C9F-17F50B6A3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2A2FE-1A21-53EF-CD3A-338D58E23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39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7547F-3D8E-4993-5F76-2A4CAE27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F5ED7-B309-AE24-AAAB-98733B430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E604F-4F25-06BD-0F3C-5D67EE0DD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Ce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securitatea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cibernetica</a:t>
            </a:r>
            <a:r>
              <a:rPr lang="en-US" dirty="0">
                <a:ea typeface="Calibri"/>
                <a:cs typeface="Calibri"/>
              </a:rPr>
              <a:t>? </a:t>
            </a:r>
          </a:p>
          <a:p>
            <a:r>
              <a:rPr lang="en-US" dirty="0"/>
              <a:t>Pe </a:t>
            </a:r>
            <a:r>
              <a:rPr lang="en-US" dirty="0" err="1"/>
              <a:t>scurt</a:t>
            </a:r>
            <a:r>
              <a:rPr lang="en-US" dirty="0"/>
              <a:t>: </a:t>
            </a:r>
            <a:r>
              <a:rPr lang="en-US" dirty="0" err="1"/>
              <a:t>securitatea</a:t>
            </a:r>
            <a:r>
              <a:rPr lang="en-US" dirty="0"/>
              <a:t> </a:t>
            </a:r>
            <a:r>
              <a:rPr lang="en-US" dirty="0" err="1"/>
              <a:t>cibernetică</a:t>
            </a:r>
            <a:r>
              <a:rPr lang="en-US" dirty="0"/>
              <a:t> face ca </a:t>
            </a:r>
            <a:r>
              <a:rPr lang="en-US" dirty="0" err="1"/>
              <a:t>echipamentele</a:t>
            </a:r>
            <a:r>
              <a:rPr lang="en-US" dirty="0"/>
              <a:t> </a:t>
            </a:r>
            <a:r>
              <a:rPr lang="en-US" dirty="0" err="1"/>
              <a:t>inteligente</a:t>
            </a:r>
            <a:r>
              <a:rPr lang="en-US" dirty="0"/>
              <a:t> (</a:t>
            </a:r>
            <a:r>
              <a:rPr lang="en-US" dirty="0" err="1"/>
              <a:t>conectate</a:t>
            </a:r>
            <a:r>
              <a:rPr lang="en-US" dirty="0"/>
              <a:t> - IoT)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sigure</a:t>
            </a:r>
            <a:r>
              <a:rPr lang="en-US" dirty="0"/>
              <a:t>, cu software la zi, nu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funcționale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A2D9C-6BB9-C5B6-BBBE-C030BC403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43BF-CAEE-4965-9577-A23E3C56EE69}" type="slidenum">
              <a:rPr lang="en-GB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79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14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57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00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8" y="2203451"/>
            <a:ext cx="3886200" cy="681038"/>
          </a:xfrm>
        </p:spPr>
        <p:txBody>
          <a:bodyPr anchor="t"/>
          <a:lstStyle>
            <a:lvl1pPr algn="l">
              <a:defRPr sz="1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8" y="1453358"/>
            <a:ext cx="3886200" cy="750094"/>
          </a:xfrm>
        </p:spPr>
        <p:txBody>
          <a:bodyPr anchor="b"/>
          <a:lstStyle>
            <a:lvl1pPr marL="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1"/>
            <a:ext cx="2019300" cy="2262982"/>
          </a:xfrm>
        </p:spPr>
        <p:txBody>
          <a:bodyPr/>
          <a:lstStyle>
            <a:lvl1pPr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1"/>
            <a:ext cx="2019300" cy="2262982"/>
          </a:xfrm>
        </p:spPr>
        <p:txBody>
          <a:bodyPr/>
          <a:lstStyle>
            <a:lvl1pPr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1" y="767557"/>
            <a:ext cx="2020095" cy="319881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1" y="1087438"/>
            <a:ext cx="2020095" cy="1975644"/>
          </a:xfrm>
        </p:spPr>
        <p:txBody>
          <a:bodyPr/>
          <a:lstStyle>
            <a:lvl1pPr>
              <a:defRPr sz="900"/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4" y="767557"/>
            <a:ext cx="2020888" cy="319881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4" y="1087438"/>
            <a:ext cx="2020888" cy="1975644"/>
          </a:xfrm>
        </p:spPr>
        <p:txBody>
          <a:bodyPr/>
          <a:lstStyle>
            <a:lvl1pPr>
              <a:defRPr sz="900"/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1" y="136525"/>
            <a:ext cx="1504158" cy="581025"/>
          </a:xfrm>
        </p:spPr>
        <p:txBody>
          <a:bodyPr anchor="b"/>
          <a:lstStyle>
            <a:lvl1pPr algn="l">
              <a:defRPr sz="7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7" y="136527"/>
            <a:ext cx="2555875" cy="2926557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1" y="717552"/>
            <a:ext cx="1504158" cy="2345532"/>
          </a:xfrm>
        </p:spPr>
        <p:txBody>
          <a:bodyPr/>
          <a:lstStyle>
            <a:lvl1pPr marL="0" indent="0">
              <a:buNone/>
              <a:defRPr sz="525"/>
            </a:lvl1pPr>
            <a:lvl2pPr marL="171450" indent="0">
              <a:buNone/>
              <a:defRPr sz="450"/>
            </a:lvl2pPr>
            <a:lvl3pPr marL="342900" indent="0">
              <a:buNone/>
              <a:defRPr sz="375"/>
            </a:lvl3pPr>
            <a:lvl4pPr marL="514350" indent="0">
              <a:buNone/>
              <a:defRPr sz="338"/>
            </a:lvl4pPr>
            <a:lvl5pPr marL="685800" indent="0">
              <a:buNone/>
              <a:defRPr sz="338"/>
            </a:lvl5pPr>
            <a:lvl6pPr marL="857250" indent="0">
              <a:buNone/>
              <a:defRPr sz="338"/>
            </a:lvl6pPr>
            <a:lvl7pPr marL="1028700" indent="0">
              <a:buNone/>
              <a:defRPr sz="338"/>
            </a:lvl7pPr>
            <a:lvl8pPr marL="1200150" indent="0">
              <a:buNone/>
              <a:defRPr sz="338"/>
            </a:lvl8pPr>
            <a:lvl9pPr marL="1371600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5" y="2400301"/>
            <a:ext cx="2743200" cy="283369"/>
          </a:xfrm>
        </p:spPr>
        <p:txBody>
          <a:bodyPr anchor="b"/>
          <a:lstStyle>
            <a:lvl1pPr algn="l">
              <a:defRPr sz="7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5" y="306388"/>
            <a:ext cx="2743200" cy="2057400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5" y="2683670"/>
            <a:ext cx="2743200" cy="402432"/>
          </a:xfrm>
        </p:spPr>
        <p:txBody>
          <a:bodyPr/>
          <a:lstStyle>
            <a:lvl1pPr marL="0" indent="0">
              <a:buNone/>
              <a:defRPr sz="525"/>
            </a:lvl1pPr>
            <a:lvl2pPr marL="171450" indent="0">
              <a:buNone/>
              <a:defRPr sz="450"/>
            </a:lvl2pPr>
            <a:lvl3pPr marL="342900" indent="0">
              <a:buNone/>
              <a:defRPr sz="375"/>
            </a:lvl3pPr>
            <a:lvl4pPr marL="514350" indent="0">
              <a:buNone/>
              <a:defRPr sz="338"/>
            </a:lvl4pPr>
            <a:lvl5pPr marL="685800" indent="0">
              <a:buNone/>
              <a:defRPr sz="338"/>
            </a:lvl5pPr>
            <a:lvl6pPr marL="857250" indent="0">
              <a:buNone/>
              <a:defRPr sz="338"/>
            </a:lvl6pPr>
            <a:lvl7pPr marL="1028700" indent="0">
              <a:buNone/>
              <a:defRPr sz="338"/>
            </a:lvl7pPr>
            <a:lvl8pPr marL="1200150" indent="0">
              <a:buNone/>
              <a:defRPr sz="338"/>
            </a:lvl8pPr>
            <a:lvl9pPr marL="1371600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20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20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1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7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7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7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12981" y="1623811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/>
          <p:cNvSpPr/>
          <p:nvPr/>
        </p:nvSpPr>
        <p:spPr>
          <a:xfrm>
            <a:off x="-73333" y="-1569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/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1541481"/>
            <a:ext cx="2743200" cy="1351650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8" name="TextBox 8"/>
          <p:cNvSpPr txBox="1"/>
          <p:nvPr/>
        </p:nvSpPr>
        <p:spPr>
          <a:xfrm>
            <a:off x="1978581" y="2950923"/>
            <a:ext cx="2593419" cy="190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20"/>
              </a:lnSpc>
            </a:pPr>
            <a:r>
              <a:rPr lang="en-US" sz="1013" b="1">
                <a:solidFill>
                  <a:srgbClr val="1D1D1F"/>
                </a:solidFill>
                <a:latin typeface="Poppins Bold"/>
                <a:ea typeface="Poppins Bold"/>
                <a:cs typeface="Poppins Bold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01C8-4AB2-FE73-FDE3-9A3B22D9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F34876-8A6C-4B85-5344-E91F010E113E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67499D6-181D-64E6-E7BC-2D7BE0B6ACD6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C735FB-C497-8EF0-C369-23D8C0FE8685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08AB0F-035C-634A-8350-5C7B483D9AF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05B3B9-4634-8B80-CFF8-624265D9042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309A51E-FA2C-8115-827B-A26F69B59157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05E284A-6419-EF86-6BB4-D9AFC424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51" y="2203451"/>
            <a:ext cx="2052430" cy="37157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00" dirty="0">
                <a:ea typeface="Calibri"/>
                <a:cs typeface="Calibri"/>
              </a:rPr>
              <a:t>Cybersecurity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D86EFDC-DC69-2F18-7F75-99873D44C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441" y="1927993"/>
            <a:ext cx="3884076" cy="275459"/>
          </a:xfrm>
        </p:spPr>
        <p:txBody>
          <a:bodyPr>
            <a:normAutofit fontScale="92500"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AES – Advanced Encryption Standard</a:t>
            </a:r>
          </a:p>
        </p:txBody>
      </p:sp>
    </p:spTree>
    <p:extLst>
      <p:ext uri="{BB962C8B-B14F-4D97-AF65-F5344CB8AC3E}">
        <p14:creationId xmlns:p14="http://schemas.microsoft.com/office/powerpoint/2010/main" val="286515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CE46B-EB57-1780-4338-9EAF4A34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64F66B-3156-5A59-ED5E-D54B7C3D31A8}"/>
              </a:ext>
            </a:extLst>
          </p:cNvPr>
          <p:cNvSpPr/>
          <p:nvPr/>
        </p:nvSpPr>
        <p:spPr>
          <a:xfrm>
            <a:off x="6968983" y="1541626"/>
            <a:ext cx="5473471" cy="4448439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69041C2-C8AC-CF4A-1644-C568571AE896}"/>
              </a:ext>
            </a:extLst>
          </p:cNvPr>
          <p:cNvSpPr/>
          <p:nvPr/>
        </p:nvSpPr>
        <p:spPr>
          <a:xfrm>
            <a:off x="-2307521" y="-1028700"/>
            <a:ext cx="2821871" cy="20574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EDA6CF7-A75E-CF6E-C46E-DE7D0B992EE1}"/>
              </a:ext>
            </a:extLst>
          </p:cNvPr>
          <p:cNvGrpSpPr/>
          <p:nvPr/>
        </p:nvGrpSpPr>
        <p:grpSpPr>
          <a:xfrm>
            <a:off x="0" y="4999134"/>
            <a:ext cx="4572000" cy="144367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AC71C76-9CD6-AB5A-F2A1-342E2F340A7D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 sz="9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2BFF1A-6C1F-0EAA-A103-7B70CBC9869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E4CCA7D-4940-7F57-1D75-A406C47A87BB}"/>
              </a:ext>
            </a:extLst>
          </p:cNvPr>
          <p:cNvSpPr/>
          <p:nvPr/>
        </p:nvSpPr>
        <p:spPr>
          <a:xfrm>
            <a:off x="7638494" y="95250"/>
            <a:ext cx="1408819" cy="694164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901D4506-2672-E813-956A-DA65E9371741}"/>
              </a:ext>
            </a:extLst>
          </p:cNvPr>
          <p:cNvSpPr>
            <a:spLocks noGrp="1"/>
          </p:cNvSpPr>
          <p:nvPr/>
        </p:nvSpPr>
        <p:spPr>
          <a:xfrm>
            <a:off x="2286000" y="2119049"/>
            <a:ext cx="3650460" cy="871802"/>
          </a:xfrm>
          <a:prstGeom prst="rect">
            <a:avLst/>
          </a:prstGeom>
        </p:spPr>
        <p:txBody>
          <a:bodyPr vert="horz" lIns="17145" tIns="8573" rIns="17145" bIns="8573" rtlCol="0" anchor="t">
            <a:normAutofit lnSpcReduction="10000"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Advanced Encryption Standard (</a:t>
            </a:r>
            <a:r>
              <a:rPr lang="en-US" b="1" dirty="0">
                <a:latin typeface="Calibri"/>
                <a:ea typeface="Calibri"/>
                <a:cs typeface="Calibri"/>
              </a:rPr>
              <a:t>AES</a:t>
            </a:r>
            <a:r>
              <a:rPr lang="en-US" dirty="0">
                <a:latin typeface="Calibri"/>
                <a:ea typeface="Calibri"/>
                <a:cs typeface="Calibri"/>
              </a:rPr>
              <a:t>) is a highly trusted </a:t>
            </a:r>
            <a:r>
              <a:rPr lang="en-US" b="1" dirty="0">
                <a:latin typeface="Calibri"/>
                <a:ea typeface="Calibri"/>
                <a:cs typeface="Calibri"/>
              </a:rPr>
              <a:t>symmetric</a:t>
            </a:r>
            <a:r>
              <a:rPr lang="en-US" dirty="0">
                <a:latin typeface="Calibri"/>
                <a:ea typeface="Calibri"/>
                <a:cs typeface="Calibri"/>
              </a:rPr>
              <a:t> encryption algorithm used to secure data by converting it into an unreadable format without the proper key. </a:t>
            </a:r>
          </a:p>
          <a:p>
            <a:pPr indent="0" algn="ctr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b="1" dirty="0"/>
              <a:t>AES encryption</a:t>
            </a:r>
            <a:r>
              <a:rPr lang="en-US" dirty="0"/>
              <a:t> uses various </a:t>
            </a:r>
            <a:r>
              <a:rPr lang="en-US" b="1" dirty="0"/>
              <a:t>key lengths</a:t>
            </a:r>
            <a:r>
              <a:rPr lang="en-US" dirty="0"/>
              <a:t> (128, 192, or 256 bits) to provide strong protection against unauthorized access.</a:t>
            </a:r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500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46BA-6EA2-4D27-C34C-B3D0BAE3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067297-0FA3-CFBF-0EE7-4C4CCB642068}"/>
              </a:ext>
            </a:extLst>
          </p:cNvPr>
          <p:cNvSpPr/>
          <p:nvPr/>
        </p:nvSpPr>
        <p:spPr>
          <a:xfrm>
            <a:off x="6968983" y="1541626"/>
            <a:ext cx="5473471" cy="4448439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009F350-42D8-4D58-E071-FD17695AFBDD}"/>
              </a:ext>
            </a:extLst>
          </p:cNvPr>
          <p:cNvSpPr/>
          <p:nvPr/>
        </p:nvSpPr>
        <p:spPr>
          <a:xfrm>
            <a:off x="-2307521" y="-1028700"/>
            <a:ext cx="2821871" cy="20574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3166105-B969-A4E3-933D-DFB2BE83B8A3}"/>
              </a:ext>
            </a:extLst>
          </p:cNvPr>
          <p:cNvGrpSpPr/>
          <p:nvPr/>
        </p:nvGrpSpPr>
        <p:grpSpPr>
          <a:xfrm>
            <a:off x="0" y="4999134"/>
            <a:ext cx="4572000" cy="144367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AA70345-7A59-8F1C-7018-0AFDDD18F3D7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 sz="9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F25F0B9-A0B5-D89E-8946-2CFF88B12E8E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C73FB09-82B6-5605-2BF8-C7218FB1A6C7}"/>
              </a:ext>
            </a:extLst>
          </p:cNvPr>
          <p:cNvSpPr/>
          <p:nvPr/>
        </p:nvSpPr>
        <p:spPr>
          <a:xfrm>
            <a:off x="7638494" y="95250"/>
            <a:ext cx="1408819" cy="694164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EDD8EAFA-673E-2512-622D-2C2506382942}"/>
              </a:ext>
            </a:extLst>
          </p:cNvPr>
          <p:cNvSpPr>
            <a:spLocks noGrp="1"/>
          </p:cNvSpPr>
          <p:nvPr/>
        </p:nvSpPr>
        <p:spPr>
          <a:xfrm>
            <a:off x="2286000" y="2119049"/>
            <a:ext cx="3650460" cy="1514739"/>
          </a:xfrm>
          <a:prstGeom prst="rect">
            <a:avLst/>
          </a:prstGeom>
        </p:spPr>
        <p:txBody>
          <a:bodyPr vert="horz" lIns="17145" tIns="8573" rIns="17145" bIns="8573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5" indent="-142875"/>
            <a:r>
              <a:rPr lang="en-US" dirty="0">
                <a:latin typeface="Calibri"/>
                <a:ea typeface="Calibri"/>
                <a:cs typeface="Calibri"/>
              </a:rPr>
              <a:t>AES is a </a:t>
            </a:r>
            <a:r>
              <a:rPr lang="en-US" b="1" dirty="0">
                <a:latin typeface="Calibri"/>
                <a:ea typeface="Calibri"/>
                <a:cs typeface="Calibri"/>
              </a:rPr>
              <a:t>Block Cipher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</a:p>
          <a:p>
            <a:pPr marL="142875" indent="-142875"/>
            <a:r>
              <a:rPr lang="en-US" dirty="0">
                <a:latin typeface="Calibri"/>
                <a:ea typeface="Calibri"/>
                <a:cs typeface="Calibri"/>
              </a:rPr>
              <a:t>The key size can be 128/192/256 bits.</a:t>
            </a:r>
          </a:p>
          <a:p>
            <a:pPr marL="142875" indent="-142875"/>
            <a:r>
              <a:rPr lang="en-US" dirty="0">
                <a:latin typeface="Calibri"/>
                <a:ea typeface="Calibri"/>
                <a:cs typeface="Calibri"/>
              </a:rPr>
              <a:t>Encrypts data in blocks of </a:t>
            </a:r>
            <a:r>
              <a:rPr lang="en-US" b="1" dirty="0">
                <a:latin typeface="Calibri"/>
                <a:ea typeface="Calibri"/>
                <a:cs typeface="Calibri"/>
              </a:rPr>
              <a:t>128 bits </a:t>
            </a:r>
            <a:r>
              <a:rPr lang="en-US" dirty="0">
                <a:latin typeface="Calibri"/>
                <a:ea typeface="Calibri"/>
                <a:cs typeface="Calibri"/>
              </a:rPr>
              <a:t>each.</a:t>
            </a:r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798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D72B-F3AC-729C-7D56-79E3FEDA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3AD84F-3446-2BDF-30BD-BBCED8AB5111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E80895-AB0A-790B-28E1-E863D29C00C0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64142D7-3274-6AE4-D8F9-919A61D60E60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442B564-023B-83E0-0104-CC7A43C4BB1A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0F40E16-DB27-85B3-0F31-92C8266AA3CA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4F90E28-467C-33EB-FA33-770D30D004F0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RO" sz="378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DA016EF-D467-CE74-9D88-6C1AAEB5B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83025"/>
              </p:ext>
            </p:extLst>
          </p:nvPr>
        </p:nvGraphicFramePr>
        <p:xfrm>
          <a:off x="3010711" y="2335290"/>
          <a:ext cx="1828800" cy="182880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22677736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832014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96883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3986313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358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6408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829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3910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940EE0C-77D7-5428-DC4F-5FEF39F29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614235"/>
              </p:ext>
            </p:extLst>
          </p:nvPr>
        </p:nvGraphicFramePr>
        <p:xfrm>
          <a:off x="877111" y="1736252"/>
          <a:ext cx="6096000" cy="3708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73834515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83705249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350580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7820747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6550087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44303912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571336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776192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7534992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69331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4801988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4515334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17065374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4206758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19673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11831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b0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b15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85902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F37232E-DC7A-D4CF-8F50-0F5ADF37F0B8}"/>
              </a:ext>
            </a:extLst>
          </p:cNvPr>
          <p:cNvSpPr txBox="1"/>
          <p:nvPr/>
        </p:nvSpPr>
        <p:spPr>
          <a:xfrm>
            <a:off x="1716932" y="3020438"/>
            <a:ext cx="85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“State”</a:t>
            </a:r>
          </a:p>
        </p:txBody>
      </p:sp>
    </p:spTree>
    <p:extLst>
      <p:ext uri="{BB962C8B-B14F-4D97-AF65-F5344CB8AC3E}">
        <p14:creationId xmlns:p14="http://schemas.microsoft.com/office/powerpoint/2010/main" val="225004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BCC5-1F1D-925D-F793-A849BA2A3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ABB89C-FC2A-BCA4-37C9-987304E04395}"/>
              </a:ext>
            </a:extLst>
          </p:cNvPr>
          <p:cNvSpPr/>
          <p:nvPr/>
        </p:nvSpPr>
        <p:spPr>
          <a:xfrm>
            <a:off x="6968983" y="1541626"/>
            <a:ext cx="5473471" cy="4448439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2B61D9-7A40-E26B-B41E-DA18B88E4046}"/>
              </a:ext>
            </a:extLst>
          </p:cNvPr>
          <p:cNvSpPr/>
          <p:nvPr/>
        </p:nvSpPr>
        <p:spPr>
          <a:xfrm>
            <a:off x="-2307521" y="-1028700"/>
            <a:ext cx="2821871" cy="20574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B2372C7-E79A-C9E9-47F1-F799F32E85E4}"/>
              </a:ext>
            </a:extLst>
          </p:cNvPr>
          <p:cNvGrpSpPr/>
          <p:nvPr/>
        </p:nvGrpSpPr>
        <p:grpSpPr>
          <a:xfrm>
            <a:off x="0" y="4999134"/>
            <a:ext cx="4572000" cy="144367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9D1616-B4DB-C50B-4E23-98B503E5C40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 sz="9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D6B0DAF-DCFA-A960-1A71-981B5E05BD9A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079862A-8DFC-D763-8838-10BBE56F40D0}"/>
              </a:ext>
            </a:extLst>
          </p:cNvPr>
          <p:cNvSpPr/>
          <p:nvPr/>
        </p:nvSpPr>
        <p:spPr>
          <a:xfrm>
            <a:off x="7638494" y="95250"/>
            <a:ext cx="1408819" cy="694164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 sz="90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7BBBA4C8-1C80-7214-ACF0-17AE248A1CCF}"/>
              </a:ext>
            </a:extLst>
          </p:cNvPr>
          <p:cNvSpPr>
            <a:spLocks noGrp="1"/>
          </p:cNvSpPr>
          <p:nvPr/>
        </p:nvSpPr>
        <p:spPr>
          <a:xfrm>
            <a:off x="2286000" y="2119049"/>
            <a:ext cx="3650460" cy="1514739"/>
          </a:xfrm>
          <a:prstGeom prst="rect">
            <a:avLst/>
          </a:prstGeom>
        </p:spPr>
        <p:txBody>
          <a:bodyPr vert="horz" lIns="17145" tIns="8573" rIns="17145" bIns="8573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5" indent="-142875"/>
            <a:r>
              <a:rPr lang="en-GB" b="1" dirty="0">
                <a:latin typeface="Calibri"/>
                <a:ea typeface="Calibri"/>
                <a:cs typeface="Calibri"/>
              </a:rPr>
              <a:t>Key Expansion</a:t>
            </a:r>
          </a:p>
          <a:p>
            <a:pPr marL="142875" indent="-142875"/>
            <a:r>
              <a:rPr lang="en-GB" dirty="0">
                <a:latin typeface="Calibri"/>
                <a:ea typeface="Calibri"/>
                <a:cs typeface="Calibri"/>
              </a:rPr>
              <a:t>Private key –&gt; “X” Round keys</a:t>
            </a:r>
          </a:p>
          <a:p>
            <a:pPr marL="142875" indent="-142875"/>
            <a:r>
              <a:rPr lang="en-GB" dirty="0">
                <a:latin typeface="Calibri"/>
                <a:ea typeface="Calibri"/>
                <a:cs typeface="Calibri"/>
              </a:rPr>
              <a:t>A series of operations (swap bytes, shifts, additions)</a:t>
            </a:r>
          </a:p>
          <a:p>
            <a:pPr marL="142875" indent="-142875"/>
            <a:endParaRPr lang="en-GB" dirty="0">
              <a:latin typeface="Calibri"/>
              <a:ea typeface="Calibri"/>
              <a:cs typeface="Calibri"/>
            </a:endParaRPr>
          </a:p>
          <a:p>
            <a:pPr marL="142875" indent="-142875"/>
            <a:r>
              <a:rPr lang="en-US" dirty="0">
                <a:latin typeface="Calibri"/>
                <a:ea typeface="Calibri"/>
                <a:cs typeface="Calibri"/>
              </a:rPr>
              <a:t>The AES algorithm takes the Cipher Key, K, and performs a Key Expansion routine to generate a key schedule. The Key Expansion generates a total of Nb (Nr + 1) words: the algorithm requires an initial set of Nb words, and each of the Nr rounds requires Nb words of key data. The resulting key schedule consists of a linear array of 4-byte words, denoted [</a:t>
            </a:r>
            <a:r>
              <a:rPr lang="en-US" dirty="0" err="1">
                <a:latin typeface="Calibri"/>
                <a:ea typeface="Calibri"/>
                <a:cs typeface="Calibri"/>
              </a:rPr>
              <a:t>w</a:t>
            </a:r>
            <a:r>
              <a:rPr lang="en-US" baseline="-25000" dirty="0" err="1"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latin typeface="Calibri"/>
                <a:ea typeface="Calibri"/>
                <a:cs typeface="Calibri"/>
              </a:rPr>
              <a:t> ], with </a:t>
            </a:r>
            <a:r>
              <a:rPr lang="en-US" dirty="0" err="1"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latin typeface="Calibri"/>
                <a:ea typeface="Calibri"/>
                <a:cs typeface="Calibri"/>
              </a:rPr>
              <a:t> in the range 0 £ </a:t>
            </a:r>
            <a:r>
              <a:rPr lang="en-US" dirty="0" err="1"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latin typeface="Calibri"/>
                <a:ea typeface="Calibri"/>
                <a:cs typeface="Calibri"/>
              </a:rPr>
              <a:t> &lt; Nb(Nr + 1). </a:t>
            </a:r>
            <a:endParaRPr lang="en-GB" dirty="0">
              <a:latin typeface="Calibri"/>
              <a:ea typeface="Calibri"/>
              <a:cs typeface="Calibri"/>
            </a:endParaRPr>
          </a:p>
          <a:p>
            <a:pPr marL="142875" indent="-142875"/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514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8AB0A-3C03-B3E6-C805-A7B86A34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09BF03-9CCF-6DB7-3034-497F16478959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F0C1928-B565-317A-0A9D-0B67F7343D0E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E6E33BD-D609-0E00-7C08-104A9F11EA46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AB75801-8459-2DE1-F5E9-E646EE1007D5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96A030E-657D-2F7C-5BCE-1586D2E50CD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9B25255-2B2A-B9F0-4845-399B3DED959D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54766E-3C8D-878F-BAA6-0F1BE7C45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015162"/>
              </p:ext>
            </p:extLst>
          </p:nvPr>
        </p:nvGraphicFramePr>
        <p:xfrm>
          <a:off x="1143000" y="1961851"/>
          <a:ext cx="1828800" cy="182880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22677736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832014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96883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3986313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358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6408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829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391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9E39E6-ACC5-7FA5-EA8A-6E95DC3AB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210865"/>
              </p:ext>
            </p:extLst>
          </p:nvPr>
        </p:nvGraphicFramePr>
        <p:xfrm>
          <a:off x="3756369" y="1961851"/>
          <a:ext cx="1828800" cy="182880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22677736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832014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96883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3986313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358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6408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829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391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5080DD-A0BB-B742-DE1D-6814B9A89A3D}"/>
              </a:ext>
            </a:extLst>
          </p:cNvPr>
          <p:cNvSpPr txBox="1"/>
          <p:nvPr/>
        </p:nvSpPr>
        <p:spPr>
          <a:xfrm>
            <a:off x="1528763" y="1414461"/>
            <a:ext cx="16135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AddRoundKey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EC451-939F-3CEC-A6FC-CAB2D4B9D3F7}"/>
              </a:ext>
            </a:extLst>
          </p:cNvPr>
          <p:cNvSpPr txBox="1"/>
          <p:nvPr/>
        </p:nvSpPr>
        <p:spPr>
          <a:xfrm>
            <a:off x="3211956" y="2821168"/>
            <a:ext cx="304257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^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990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8D0E-D277-69AC-7946-CB79A4A3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17BA19-E040-FB11-D533-68FFD3B05B40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8125530-E98E-9354-0907-2279704BA14D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17A0526-24C8-DF36-78E5-ED14C163637B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DAFE51-D3AA-BAE9-D082-6FFF0270FAD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1D1F06F-8BC2-7876-79D1-5F200C8A9781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6446FE2-591B-590E-0219-ECD2E67AE940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99D62-2F2F-353D-E685-87092E5E9A7A}"/>
              </a:ext>
            </a:extLst>
          </p:cNvPr>
          <p:cNvSpPr txBox="1"/>
          <p:nvPr/>
        </p:nvSpPr>
        <p:spPr>
          <a:xfrm>
            <a:off x="1528763" y="1414461"/>
            <a:ext cx="16135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SubBytes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146B287B-7632-070D-BBBC-A823AFA43B89}"/>
              </a:ext>
            </a:extLst>
          </p:cNvPr>
          <p:cNvSpPr>
            <a:spLocks noGrp="1"/>
          </p:cNvSpPr>
          <p:nvPr/>
        </p:nvSpPr>
        <p:spPr>
          <a:xfrm>
            <a:off x="1528763" y="1755069"/>
            <a:ext cx="3650460" cy="1514739"/>
          </a:xfrm>
          <a:prstGeom prst="rect">
            <a:avLst/>
          </a:prstGeom>
        </p:spPr>
        <p:txBody>
          <a:bodyPr vert="horz" lIns="17145" tIns="8573" rIns="17145" bIns="8573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5" indent="-142875"/>
            <a:r>
              <a:rPr lang="en-US" dirty="0"/>
              <a:t>In this step, each byte is substituted by another byte. It is performed using a lookup table also called the S-box.</a:t>
            </a:r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56738-F24A-3D37-DE79-34D2B8B1B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396" y="2320684"/>
            <a:ext cx="4197085" cy="18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6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CBAF-76CC-41EC-3BC7-030521FC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B1E619-3148-AEE9-7973-AF97DDACBA4D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C18602A-35E1-514F-ADEE-F10169C99086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E3A752F-9613-74EF-FFF0-4D6AACB1995F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5303109-4F0F-3CD3-74AA-D190F81C580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0D5378-408A-2C13-56C1-7E33A3FF7129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E0B4A66-E258-5920-2591-EEE88B2E07A0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BEA60E-3796-40B8-EB3A-1A81C719B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799158"/>
            <a:ext cx="3851056" cy="233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9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418F-5D78-BF01-C061-25FFAF7B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AF3E9E-F2A1-DE02-1B1D-D64521B41199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4B56F52-3E56-B0A7-07D5-B90E1C2D5A65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9824014-C99E-7EE0-80F8-CB38BC7CCF7D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0E8227-3B43-3AC9-7087-D64E18FA5E2A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349CEB5-542E-0449-4C43-7535DD1E25DD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6709C53-388B-3584-9879-1E26ADC8091B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BF233-F772-A54C-4AC2-8D5C1F0AC375}"/>
              </a:ext>
            </a:extLst>
          </p:cNvPr>
          <p:cNvSpPr txBox="1"/>
          <p:nvPr/>
        </p:nvSpPr>
        <p:spPr>
          <a:xfrm>
            <a:off x="1528763" y="1414461"/>
            <a:ext cx="16135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ShiftRows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8317BFF1-E54C-0659-12C5-B9D4466300A3}"/>
              </a:ext>
            </a:extLst>
          </p:cNvPr>
          <p:cNvSpPr>
            <a:spLocks noGrp="1"/>
          </p:cNvSpPr>
          <p:nvPr/>
        </p:nvSpPr>
        <p:spPr>
          <a:xfrm>
            <a:off x="2286000" y="2119049"/>
            <a:ext cx="3650460" cy="1514739"/>
          </a:xfrm>
          <a:prstGeom prst="rect">
            <a:avLst/>
          </a:prstGeom>
        </p:spPr>
        <p:txBody>
          <a:bodyPr vert="horz" lIns="17145" tIns="8573" rIns="17145" bIns="8573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The first row is not shifted</a:t>
            </a:r>
          </a:p>
          <a:p>
            <a:pPr fontAlgn="base"/>
            <a:r>
              <a:rPr lang="en-US" dirty="0"/>
              <a:t>The second row is shifted once to the left.</a:t>
            </a:r>
          </a:p>
          <a:p>
            <a:pPr fontAlgn="base"/>
            <a:r>
              <a:rPr lang="en-US" dirty="0"/>
              <a:t>The third row is shifted twice to the left.</a:t>
            </a:r>
          </a:p>
          <a:p>
            <a:pPr fontAlgn="base"/>
            <a:r>
              <a:rPr lang="en-US" dirty="0"/>
              <a:t>The fourth row is shifted thrice to the left.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4A8DAA-A640-9CA8-7D99-7619300B3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88212"/>
              </p:ext>
            </p:extLst>
          </p:nvPr>
        </p:nvGraphicFramePr>
        <p:xfrm>
          <a:off x="2248968" y="3001428"/>
          <a:ext cx="1050588" cy="1050588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262647">
                  <a:extLst>
                    <a:ext uri="{9D8B030D-6E8A-4147-A177-3AD203B41FA5}">
                      <a16:colId xmlns:a16="http://schemas.microsoft.com/office/drawing/2014/main" val="3226777362"/>
                    </a:ext>
                  </a:extLst>
                </a:gridCol>
                <a:gridCol w="262647">
                  <a:extLst>
                    <a:ext uri="{9D8B030D-6E8A-4147-A177-3AD203B41FA5}">
                      <a16:colId xmlns:a16="http://schemas.microsoft.com/office/drawing/2014/main" val="3883201416"/>
                    </a:ext>
                  </a:extLst>
                </a:gridCol>
                <a:gridCol w="262647">
                  <a:extLst>
                    <a:ext uri="{9D8B030D-6E8A-4147-A177-3AD203B41FA5}">
                      <a16:colId xmlns:a16="http://schemas.microsoft.com/office/drawing/2014/main" val="367968830"/>
                    </a:ext>
                  </a:extLst>
                </a:gridCol>
                <a:gridCol w="262647">
                  <a:extLst>
                    <a:ext uri="{9D8B030D-6E8A-4147-A177-3AD203B41FA5}">
                      <a16:colId xmlns:a16="http://schemas.microsoft.com/office/drawing/2014/main" val="639863130"/>
                    </a:ext>
                  </a:extLst>
                </a:gridCol>
              </a:tblGrid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b0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b2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b3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3855358449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b4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b5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b6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b7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3487640855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b8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b9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b10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b11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580829384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b12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b13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b14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b15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7414391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A11C0B-52B8-7103-E9E7-1C2D2B54A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96163"/>
              </p:ext>
            </p:extLst>
          </p:nvPr>
        </p:nvGraphicFramePr>
        <p:xfrm>
          <a:off x="3879844" y="3001428"/>
          <a:ext cx="1050588" cy="1050588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262647">
                  <a:extLst>
                    <a:ext uri="{9D8B030D-6E8A-4147-A177-3AD203B41FA5}">
                      <a16:colId xmlns:a16="http://schemas.microsoft.com/office/drawing/2014/main" val="3226777362"/>
                    </a:ext>
                  </a:extLst>
                </a:gridCol>
                <a:gridCol w="262647">
                  <a:extLst>
                    <a:ext uri="{9D8B030D-6E8A-4147-A177-3AD203B41FA5}">
                      <a16:colId xmlns:a16="http://schemas.microsoft.com/office/drawing/2014/main" val="3883201416"/>
                    </a:ext>
                  </a:extLst>
                </a:gridCol>
                <a:gridCol w="262647">
                  <a:extLst>
                    <a:ext uri="{9D8B030D-6E8A-4147-A177-3AD203B41FA5}">
                      <a16:colId xmlns:a16="http://schemas.microsoft.com/office/drawing/2014/main" val="367968830"/>
                    </a:ext>
                  </a:extLst>
                </a:gridCol>
                <a:gridCol w="262647">
                  <a:extLst>
                    <a:ext uri="{9D8B030D-6E8A-4147-A177-3AD203B41FA5}">
                      <a16:colId xmlns:a16="http://schemas.microsoft.com/office/drawing/2014/main" val="639863130"/>
                    </a:ext>
                  </a:extLst>
                </a:gridCol>
              </a:tblGrid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b0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b2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b3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3855358449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b5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b6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b7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b4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3487640855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b10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b11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b8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b9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580829384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k15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b12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b13</a:t>
                      </a:r>
                    </a:p>
                  </a:txBody>
                  <a:tcPr marL="52529" marR="52529" marT="26265" marB="262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b14</a:t>
                      </a:r>
                    </a:p>
                  </a:txBody>
                  <a:tcPr marL="52529" marR="52529" marT="26265" marB="26265" anchor="ctr"/>
                </a:tc>
                <a:extLst>
                  <a:ext uri="{0D108BD9-81ED-4DB2-BD59-A6C34878D82A}">
                    <a16:rowId xmlns:a16="http://schemas.microsoft.com/office/drawing/2014/main" val="741439101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E4B4A293-72ED-79FD-941D-80A1CD02BA20}"/>
              </a:ext>
            </a:extLst>
          </p:cNvPr>
          <p:cNvSpPr/>
          <p:nvPr/>
        </p:nvSpPr>
        <p:spPr>
          <a:xfrm>
            <a:off x="3402442" y="3441605"/>
            <a:ext cx="374515" cy="170234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3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C36C8-A1B3-F35C-9AF2-C48BA30E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EC3018F-517E-3EB2-48F8-FDB6745E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068" y="2571750"/>
            <a:ext cx="3302540" cy="1503623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5CAA293E-4AE7-AD82-B572-8133EA78314F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857B738-AA67-8AF8-D51E-A50CB10012AD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D4E92DC-E5CD-21E9-8480-112DA20138C6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817DD2C-6611-14D2-9F92-8FB6756077F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A804BB6-02F7-D055-0B2B-179E8A22DC34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3D98017-7A03-B247-68C9-1996A0D1EEEF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C2301-B88D-1ED7-3A13-1BF06EC89F58}"/>
              </a:ext>
            </a:extLst>
          </p:cNvPr>
          <p:cNvSpPr txBox="1"/>
          <p:nvPr/>
        </p:nvSpPr>
        <p:spPr>
          <a:xfrm>
            <a:off x="1528763" y="1414461"/>
            <a:ext cx="16135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MixColumns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3F44D67C-F78D-5693-ACB5-35B09BD49F77}"/>
              </a:ext>
            </a:extLst>
          </p:cNvPr>
          <p:cNvSpPr>
            <a:spLocks noGrp="1"/>
          </p:cNvSpPr>
          <p:nvPr/>
        </p:nvSpPr>
        <p:spPr>
          <a:xfrm>
            <a:off x="2286000" y="2119049"/>
            <a:ext cx="3594370" cy="701972"/>
          </a:xfrm>
          <a:prstGeom prst="rect">
            <a:avLst/>
          </a:prstGeom>
        </p:spPr>
        <p:txBody>
          <a:bodyPr vert="horz" lIns="17145" tIns="8573" rIns="17145" bIns="8573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base">
              <a:buNone/>
            </a:pPr>
            <a:r>
              <a:rPr lang="en-US" dirty="0"/>
              <a:t>The </a:t>
            </a:r>
            <a:r>
              <a:rPr lang="en-US" dirty="0" err="1"/>
              <a:t>MixColumns</a:t>
            </a:r>
            <a:r>
              <a:rPr lang="en-US" dirty="0"/>
              <a:t>() transformation operates on the State column-by-column, treating each column as a four-term polynomial</a:t>
            </a:r>
          </a:p>
          <a:p>
            <a:pPr indent="0" algn="ctr" fontAlgn="base">
              <a:buNone/>
            </a:pPr>
            <a:r>
              <a:rPr lang="en-US" dirty="0"/>
              <a:t>a(x) = {03}x</a:t>
            </a:r>
            <a:r>
              <a:rPr lang="en-US" baseline="30000" dirty="0"/>
              <a:t>3</a:t>
            </a:r>
            <a:r>
              <a:rPr lang="en-US" dirty="0"/>
              <a:t> + {01}x</a:t>
            </a:r>
            <a:r>
              <a:rPr lang="en-US" baseline="30000" dirty="0"/>
              <a:t>2</a:t>
            </a:r>
            <a:r>
              <a:rPr lang="en-US" dirty="0"/>
              <a:t> + {01}x + {02} 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AECD7-DCD0-9E86-F987-06CD6990396B}"/>
              </a:ext>
            </a:extLst>
          </p:cNvPr>
          <p:cNvSpPr txBox="1"/>
          <p:nvPr/>
        </p:nvSpPr>
        <p:spPr>
          <a:xfrm>
            <a:off x="3710744" y="3895419"/>
            <a:ext cx="2880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effectLst/>
                <a:latin typeface="+mj-lt"/>
              </a:rPr>
              <a:t>This step is skipped in the last round.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235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B441-8E56-D190-AD5D-275EB76A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18BC90-F2EA-5D9A-610F-92EE3C6394A9}"/>
              </a:ext>
            </a:extLst>
          </p:cNvPr>
          <p:cNvSpPr/>
          <p:nvPr/>
        </p:nvSpPr>
        <p:spPr>
          <a:xfrm>
            <a:off x="6369739" y="1799158"/>
            <a:ext cx="4105104" cy="333633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378FF1-27F1-324D-2A46-F92614EF87A9}"/>
              </a:ext>
            </a:extLst>
          </p:cNvPr>
          <p:cNvSpPr/>
          <p:nvPr/>
        </p:nvSpPr>
        <p:spPr>
          <a:xfrm>
            <a:off x="-587641" y="-128588"/>
            <a:ext cx="2116404" cy="154305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829FECB-9D3F-402B-07E8-26C45E88BE20}"/>
              </a:ext>
            </a:extLst>
          </p:cNvPr>
          <p:cNvGrpSpPr/>
          <p:nvPr/>
        </p:nvGrpSpPr>
        <p:grpSpPr>
          <a:xfrm>
            <a:off x="1143000" y="4392289"/>
            <a:ext cx="3429000" cy="108276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12849B4-CDF6-83CB-08EA-C55170059739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O" sz="378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A50FF53-8616-EF26-5CB2-7B90B350B4F6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19050" tIns="19050" rIns="19050" bIns="1905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998"/>
                </a:lnSpc>
                <a:spcBef>
                  <a:spcPct val="0"/>
                </a:spcBef>
              </a:pPr>
              <a:endParaRPr sz="378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BBF0F38-8A09-8A2B-5B2E-C6E114AF6D99}"/>
              </a:ext>
            </a:extLst>
          </p:cNvPr>
          <p:cNvSpPr/>
          <p:nvPr/>
        </p:nvSpPr>
        <p:spPr>
          <a:xfrm>
            <a:off x="6871872" y="714375"/>
            <a:ext cx="1056615" cy="520623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O" sz="378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78BC5-4435-04D1-825B-DA78605F43A4}"/>
              </a:ext>
            </a:extLst>
          </p:cNvPr>
          <p:cNvSpPr txBox="1"/>
          <p:nvPr/>
        </p:nvSpPr>
        <p:spPr>
          <a:xfrm>
            <a:off x="1872217" y="925145"/>
            <a:ext cx="43838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Cipher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state_t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Add the First round key to the state before starting the rounds.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There will be Nr rounds.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first Nr-1 rounds are identical.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These Nr rounds are executed in the loop below.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Last one without </a:t>
            </a:r>
            <a:r>
              <a:rPr lang="en-US" sz="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MixColumns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; ++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SubBytes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ShiftRows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MixColumns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Add round key to last round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RoundKey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169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14345C18FC194E88E43B05A6AF2B0D" ma:contentTypeVersion="9" ma:contentTypeDescription="Create a new document." ma:contentTypeScope="" ma:versionID="87a79e9d2a755d3af92897c072b5d2bf">
  <xsd:schema xmlns:xsd="http://www.w3.org/2001/XMLSchema" xmlns:xs="http://www.w3.org/2001/XMLSchema" xmlns:p="http://schemas.microsoft.com/office/2006/metadata/properties" xmlns:ns3="042b6842-58fe-4bd7-a47d-faaa1d4b276a" targetNamespace="http://schemas.microsoft.com/office/2006/metadata/properties" ma:root="true" ma:fieldsID="4b9893e7f259ca9f52de925f9f64aba1" ns3:_="">
    <xsd:import namespace="042b6842-58fe-4bd7-a47d-faaa1d4b276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b6842-58fe-4bd7-a47d-faaa1d4b276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2b6842-58fe-4bd7-a47d-faaa1d4b276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9951BD-A876-4055-A2D2-A31A7C6604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b6842-58fe-4bd7-a47d-faaa1d4b27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725B0A-D08E-4ED0-A894-24420ECCF359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042b6842-58fe-4bd7-a47d-faaa1d4b276a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23A6E67-E951-423E-9F13-5AFC313178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706</Words>
  <Application>Microsoft Office PowerPoint</Application>
  <PresentationFormat>On-screen Show (16:9)</PresentationFormat>
  <Paragraphs>166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Poppins Bold</vt:lpstr>
      <vt:lpstr>Calibri</vt:lpstr>
      <vt:lpstr>Consolas</vt:lpstr>
      <vt:lpstr>Arial</vt:lpstr>
      <vt:lpstr>Office Theme</vt:lpstr>
      <vt:lpstr>PowerPoint Presentation</vt:lpstr>
      <vt:lpstr>Cybersecurity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988</cp:revision>
  <dcterms:created xsi:type="dcterms:W3CDTF">2006-08-16T00:00:00Z</dcterms:created>
  <dcterms:modified xsi:type="dcterms:W3CDTF">2026-04-15T14:32:27Z</dcterms:modified>
  <dc:identifier>DAGCdlFyf5Y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0x010100D314345C18FC194E88E43B05A6AF2B0D</vt:lpwstr>
  </property>
</Properties>
</file>