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8288000" cy="10287000"/>
  <p:notesSz cx="6858000" cy="9144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Poppins Bold" panose="000008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 autoAdjust="0"/>
    <p:restoredTop sz="94629" autoAdjust="0"/>
  </p:normalViewPr>
  <p:slideViewPr>
    <p:cSldViewPr>
      <p:cViewPr varScale="1">
        <p:scale>
          <a:sx n="100" d="100"/>
          <a:sy n="100" d="100"/>
        </p:scale>
        <p:origin x="342" y="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1:10:34.82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5858.59668"/>
      <inkml:brushProperty name="anchorY" value="-18421.39258"/>
      <inkml:brushProperty name="scaleFactor" value="0.5"/>
    </inkml:brush>
  </inkml:definitions>
  <inkml:trace contextRef="#ctx0" brushRef="#br0">16 207 1552 0 0,'0'0'0'0'0,"0"-3"372"0"0,0-3 0 0 0,0-1-154 0 0,0-4-7 0 0,0-2-101 0 0,-1 2 52 0 0,-1-4 38 0 0,0 0 11 0 0,0-1 67 0 0,0 3 3 0 0,0-1 46 0 0,1 3 1 0 0,0-1-16 0 0,0 4 30 0 0,0-2 0 0 0,1 2 10 0 0,0 2-11 0 0,0-2 0 0 0,0 1 4 0 0,0 2-39 0 0,0 1 40 0 0,0 2 28 0 0,0 0 787 0 0,12 15-782 0 0,6 10-20 0 0,6 13-29 0 0,7 13-12 0 0,4 13 15 0 0,4 9-12 0 0,5 9-19 0 0,1 6-4 0 0,2 3-29 0 0,0 2 2 0 0,0 2-30 0 0,-1 1-35 0 0,-3-1 13 0 0,-3-4-50 0 0,-3-6-15 0 0,-6-3-2 0 0,-2-4-46 0 0,-3-3-11 0 0,-3-5-46 0 0,-3-6-70 0 0,-2-7-63 0 0,-5-7-105 0 0,-2-7-86 0 0,-5-7-126 0 0,-2-8-148 0 0,-2-7-147 0 0,-3-4-152 0 0,-1-6-124 0 0,0-3-49 0 0,0-3-109 0 0,-12-10-1677 0 0,-6-6-194 0 0,0-1 1455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1:10:35.2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7790.60938"/>
      <inkml:brushProperty name="anchorY" value="-21116.98633"/>
      <inkml:brushProperty name="scaleFactor" value="0.5"/>
    </inkml:brush>
  </inkml:definitions>
  <inkml:trace contextRef="#ctx0" brushRef="#br0">310 1109 6409 0 0,'0'0'0'0'0,"-6"-5"-336"0"0,-10-7 107 0 0,-6-4 114 0 0,-4-4 3 0 0,-5-7 110 0 0,-2-4 8 0 0,-2-3 108 0 0,2-4 18 0 0,3 0 62 0 0,4-1-6 0 0,6-2 50 0 0,4 0 20 0 0,6 0 26 0 0,5-2 14 0 0,5-4 28 0 0,5-5 3 0 0,7-5 20 0 0,6-1-22 0 0,7-1 17 0 0,7 0-10 0 0,6 4-6 0 0,6 3-13 0 0,7 4-11 0 0,4 5-12 0 0,4 5-12 0 0,3 5-35 0 0,2 5 8 0 0,1 6-19 0 0,-4 6-24 0 0,-3 5 1 0 0,-3 7-25 0 0,-4 3 0 0 0,-3 5-24 0 0,-2 2-9 0 0,-1 4 15 0 0,-3 2-6 0 0,-2 2 2 0 0,-3 3 14 0 0,-3 1-13 0 0,-5 1 18 0 0,-4 2-23 0 0,-3 0-36 0 0,-5 1 10 0 0,-4 1 22 0 0,-4 2-45 0 0,-6 0-28 0 0,-5 2 40 0 0,-6 2-39 0 0,-5 1 2 0 0,-6 0-1 0 0,-7 2-15 0 0,-6 1-38 0 0,-6 0-18 0 0,-7-1-49 0 0,-3 0-32 0 0,-2-3-37 0 0,1-3-17 0 0,4-4-60 0 0,3-3-61 0 0,4-3-109 0 0,5-4-116 0 0,6-3-182 0 0,6-2-153 0 0,8-3-138 0 0,-1-5-102 0 0,5-1-111 0 0,2-5-294 0 0,5-5-1217 0 0,5-5-278 0 0,1 2 1369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1:10:35.69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9342.57422"/>
      <inkml:brushProperty name="anchorY" value="-21882.86719"/>
      <inkml:brushProperty name="scaleFactor" value="0.5"/>
    </inkml:brush>
  </inkml:definitions>
  <inkml:trace contextRef="#ctx0" brushRef="#br0">55 335 6757 0 0,'0'0'0'0'0,"4"4"10"0"0,-1 0 63 0 0,1 4 11 0 0,0 3 5 0 0,0 1 17 0 0,1 2 5 0 0,-1 2 32 0 0,2 2-12 0 0,3 2 34 0 0,2 1 5 0 0,2 2 18 0 0,2 2 21 0 0,5 0-37 0 0,2 1-11 0 0,4 1 3 0 0,2 0-18 0 0,2-2-24 0 0,1-1-8 0 0,1-2-19 0 0,0-3 4 0 0,1-3-3 0 0,-1-3-14 0 0,0-2-10 0 0,-1-4-12 0 0,0-3 2 0 0,-1-3-7 0 0,-1-3 7 0 0,0-4-12 0 0,-2-3-2 0 0,-1-2 6 0 0,-1-4 25 0 0,-3-1 12 0 0,-1-3-2 0 0,-3-3 31 0 0,-4-1-3 0 0,-4-3-3 0 0,-3-2-2 0 0,-4-1-13 0 0,-4-3 31 0 0,-5-3-38 0 0,-7-4-7 0 0,-7-4 7 0 0,-5-1-5 0 0,-6-2-4 0 0,-5 1 2 0 0,-3 1-1 0 0,-4 3 14 0 0,-1 2-4 0 0,-1 5 21 0 0,3 5 31 0 0,2 5-21 0 0,2 5 18 0 0,4 5-23 0 0,3 4-7 0 0,2 2-18 0 0,7 4-15 0 0,-5 3-16 0 0,-1 3-11 0 0,-1 3 1 0 0,1 3-6 0 0,2 5-4 0 0,2 4-18 0 0,3 5-10 0 0,2 5-26 0 0,3 5-54 0 0,5 3-53 0 0,4 5-74 0 0,4 3-97 0 0,6 6-134 0 0,7 6-117 0 0,4 2-204 0 0,6 3-92 0 0,5-3-92 0 0,2-3-113 0 0,2-7-1859 0 0,0-7-218 0 0,-5-12 1603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1:10:35.96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0738.7168"/>
      <inkml:brushProperty name="anchorY" value="-23510.35742"/>
      <inkml:brushProperty name="scaleFactor" value="0.5"/>
    </inkml:brush>
  </inkml:definitions>
  <inkml:trace contextRef="#ctx0" brushRef="#br0">0 26 7061 0 0,'0'0'0'0'0,"1"-3"-16"0"0,1-1 112 0 0,1-1 14 0 0,0 1 36 0 0,0 0 16 0 0,-2 2 65 0 0,2-1 1621 0 0,4 9-1412 0 0,4 4-20 0 0,4 4 26 0 0,2 4-51 0 0,0 3-22 0 0,2 3-38 0 0,1 2-26 0 0,1 4-38 0 0,1 0-16 0 0,0 1-93 0 0,1-1-75 0 0,-1 0-69 0 0,-1-3-88 0 0,-1-2-114 0 0,-2-3-123 0 0,-2-3-121 0 0,0-3-105 0 0,-3-1-116 0 0,-2-4-92 0 0,-4-4-122 0 0,-3-3-44 0 0,-2-2-102 0 0,3-7-1735 0 0,0-5-97 0 0,-1 0 1265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1:10:36.12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2382.9082"/>
      <inkml:brushProperty name="anchorY" value="-25149.16797"/>
      <inkml:brushProperty name="scaleFactor" value="0.5"/>
    </inkml:brush>
  </inkml:definitions>
  <inkml:trace contextRef="#ctx0" brushRef="#br0">269 198 6677 0 0,'0'0'0'0'0,"-6"-5"-48"0"0,-9-8 135 0 0,-5-2 50 0 0,-3-3 83 0 0,-3-1 58 0 0,-2-1 48 0 0,2 2 22 0 0,2 2-14 0 0,1 1-20 0 0,4 2-46 0 0,2 1-30 0 0,4 4-47 0 0,1-1-71 0 0,5 2-55 0 0,1 3-84 0 0,4 1-96 0 0,0 1-126 0 0,2 2-156 0 0,16 3-1780 0 0,5 4-286 0 0,6 3 133 0 0,-3 1 627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1:10:37.97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0931.92383"/>
      <inkml:brushProperty name="anchorY" value="-23713.01563"/>
      <inkml:brushProperty name="scaleFactor" value="0.5"/>
    </inkml:brush>
  </inkml:definitions>
  <inkml:trace contextRef="#ctx0" brushRef="#br0">247 2145 5753 0 0,'0'0'1908'0'0,"-7"-9"-1652"0"0,-3-3-16 0 0,-4-5 27 0 0,-4-4-6 0 0,-2-2-2 0 0,-1-3-26 0 0,-2-3-2 0 0,1-4-44 0 0,2 0 2 0 0,1-2-41 0 0,3 1 4 0 0,1 1-31 0 0,2 1 2 0 0,3 1-21 0 0,3 3-4 0 0,2 1-1 0 0,1 2-10 0 0,2 2-21 0 0,2 6 19 0 0,1 0-12 0 0,0 1 4 0 0,0 4 13 0 0,4 1 33 0 0,-1 4-3 0 0,-1 2 12 0 0,0 2-6 0 0,10 6 22 0 0,3 5-2 0 0,3 5-13 0 0,4 4 33 0 0,2 5 4 0 0,2 3-14 0 0,1 2-31 0 0,3 4-10 0 0,0 2 13 0 0,1 0-34 0 0,0-1-13 0 0,-1-1-21 0 0,1-1 13 0 0,-2-3-11 0 0,0-1-12 0 0,-1-3-14 0 0,-1-3 7 0 0,-2-2-60 0 0,0-4 3 0 0,-1-2-8 0 0,-2-4 3 0 0,-5-3-30 0 0,2-3 37 0 0,0-5-35 0 0,0-3 29 0 0,-1-3-9 0 0,-2-3 13 0 0,0-4-13 0 0,-3-4 0 0 0,-2-3 27 0 0,-3-4-8 0 0,-2-3-10 0 0,-5-4 32 0 0,-4-3-19 0 0,-2-3-8 0 0,-6-4 13 0 0,-4-4 36 0 0,-3 0-14 0 0,-4 2 44 0 0,1 3 16 0 0,0 3 17 0 0,1 6 8 0 0,2 4-10 0 0,1 5 28 0 0,1 3-9 0 0,2 3-19 0 0,1 4-17 0 0,1 1-6 0 0,3 4-1 0 0,2 3-1 0 0,1 0-28 0 0,1 3 32 0 0,2 1-16 0 0,0 2-5 0 0,7 7 40 0 0,4 5-31 0 0,5 8 15 0 0,5 4 6 0 0,3 4-26 0 0,4 6-15 0 0,5 3-6 0 0,2 1-5 0 0,0 0-1 0 0,0-3-32 0 0,-1-1-71 0 0,0-3-24 0 0,-3-4-27 0 0,-1-2-82 0 0,-1-3-50 0 0,-1-4-62 0 0,-1-3-55 0 0,-1-5-90 0 0,-5-4-18 0 0,3-5-93 0 0,0-5-26 0 0,-1-6-50 0 0,0-8-16 0 0,-2-6-6 0 0,-2-7 45 0 0,-4-7 61 0 0,-5-10 37 0 0,-4-9 70 0 0,-6-8 66 0 0,-8-12 95 0 0,-7-10 60 0 0,-8-7 91 0 0,-7-7 85 0 0,-6-2 28 0 0,-4 2 100 0 0,-4 3 62 0 0,2 10 55 0 0,2 11 64 0 0,4 11 26 0 0,5 13 32 0 0,5 11 6 0 0,6 10-26 0 0,4 8-38 0 0,5 8 10 0 0,4 6-7 0 0,3 5 18 0 0,4 4 24 0 0,1 13 17 0 0,6 11-11 0 0,6 13-14 0 0,6 11-4 0 0,7 13-6 0 0,8 9-41 0 0,6 9-8 0 0,6 5-23 0 0,4 3-16 0 0,2 1-16 0 0,1 0-34 0 0,0-3-16 0 0,-2-4-4 0 0,-3-7-10 0 0,-3-6-46 0 0,-4-5-20 0 0,-4-8-25 0 0,-5-6-34 0 0,-4-7-55 0 0,-4-7-15 0 0,-3-4-43 0 0,-3-5-43 0 0,-3-4-48 0 0,-4-6-33 0 0,-2-2-52 0 0,-3-4 5 0 0,-1-3-11 0 0,-2-2 43 0 0,-1-2 15 0 0,0-1 17 0 0,-12-4 31 0 0,-6-4 12 0 0,-6-3 32 0 0,-4-2 16 0 0,-5-4 22 0 0,-2 0 29 0 0,-6-3 27 0 0,-2-2 33 0 0,-1 1 17 0 0,-1 0 17 0 0,2 2 45 0 0,2 1 27 0 0,3 1 38 0 0,4 2 11 0 0,3 1 7 0 0,3 2-33 0 0,4 0-3 0 0,4 2-15 0 0,6 3 39 0 0,4-3 21 0 0,3 1-19 0 0,5-2 0 0 0,5-2-9 0 0,4-2-13 0 0,7-1-2 0 0,5-1-19 0 0,6-2 0 0 0,6 0-24 0 0,6-3 10 0 0,4-1-33 0 0,2 1 9 0 0,0 1-41 0 0,1 1-23 0 0,0 0 0 0 0,-2 2-17 0 0,-1 1-25 0 0,-2 1-8 0 0,-4 2-5 0 0,-2 2 5 0 0,-5 1 6 0 0,-2 2 22 0 0,-7 3 14 0 0,-1-1-8 0 0,-2 1 5 0 0,-4 2-1 0 0,0-1 14 0 0,-4 0-4 0 0,-2 2 7 0 0,-1-2 7 0 0,-1 1-10 0 0,-1 1 3 0 0,0-2 4 0 0,-1 0 21 0 0,-1 2-33 0 0,0 0-8 0 0,0-2 7 0 0,0 0-24 0 0,-1 1-7 0 0,1 1-8 0 0,1-1 0 0 0,-1 1-10 0 0,1 0 16 0 0,-1 2 13 0 0,3-3-2 0 0,-2 0 16 0 0,1 1-9 0 0,2-2 8 0 0,0 1 3 0 0,2-3 9 0 0,-1 2 12 0 0,2-4-3 0 0,0-1 2 0 0,-1 2 0 0 0,1-3 9 0 0,0-1 35 0 0,0 0 0 0 0,-1-2 17 0 0,-2 3 20 0 0,0-2-4 0 0,-3-1 31 0 0,-1 2-3 0 0,-2-2 16 0 0,-1 1 6 0 0,-1 2-9 0 0,-3-1 3 0 0,-2 1 13 0 0,1 3-4 0 0,-5-1-17 0 0,2 3 11 0 0,-3 1-5 0 0,1 2-4 0 0,3 1 16 0 0,-5 2 9 0 0,1 1-7 0 0,-3 5 32 0 0,0 3 5 0 0,0 3 5 0 0,1 4 14 0 0,2 1 6 0 0,1 3 19 0 0,3 2 37 0 0,1 3-4 0 0,4 2 18 0 0,4 3 6 0 0,3 2 14 0 0,3 4-31 0 0,4 1 15 0 0,4 1-24 0 0,4 2 5 0 0,5 3-20 0 0,4-1 14 0 0,1-2-24 0 0,2-3-31 0 0,-1-5-1 0 0,-1-3-26 0 0,1-5-69 0 0,-1-3 3 0 0,1-4-108 0 0,-1-5-95 0 0,-1-3-82 0 0,-6-4-105 0 0,6-5-66 0 0,1-5-71 0 0,1-4-27 0 0,1-5-29 0 0,0-3-25 0 0,0-4 23 0 0,-2-3 18 0 0,-2-4 65 0 0,-2-1 3 0 0,-4-1 46 0 0,-3-2 47 0 0,-5 0 55 0 0,-3 1 102 0 0,-4-1-14 0 0,-3 1 107 0 0,-3 0 40 0 0,-3 1 83 0 0,-2 1 45 0 0,0 3 61 0 0,-1 1 37 0 0,-1 3 18 0 0,1 2 10 0 0,1 3-18 0 0,1 4-16 0 0,1 0-34 0 0,0 3-7 0 0,1 3-10 0 0,2 3-9 0 0,0 1-13 0 0,0 2 76 0 0,2 2-111 0 0,-1-1-7 0 0,12 10 1 0 0,4 4-21 0 0,3 4 6 0 0,3 2-26 0 0,2 2 6 0 0,-1 0 11 0 0,1 1-27 0 0,0-2 13 0 0,-1 0-5 0 0,-2-2-8 0 0,-2-1 16 0 0,0-2-5 0 0,-4-2 16 0 0,-1-2 33 0 0,-3-3 1 0 0,-4-3 17 0 0,0 0-8 0 0,-1-2-5 0 0,-2-1 6 0 0,-2-1-12 0 0,-1-1 26 0 0,0-1 12 0 0,-9-10 25 0 0,-3-5-38 0 0,-6-6 5 0 0,-3-5-40 0 0,-1-6 56 0 0,-2-6-37 0 0,0-4 7 0 0,3-3 8 0 0,4-1 1 0 0,3 0 5 0 0,6-1-38 0 0,4-1 30 0 0,6-3-25 0 0,6-2-7 0 0,6-3-16 0 0,6-1-7 0 0,5 1 0 0 0,5 1-89 0 0,3 2-120 0 0,4 3-135 0 0,1 4-198 0 0,1 4-206 0 0,-1 7-261 0 0,-2 4-173 0 0,-3 7-488 0 0,-3 4-138 0 0,-2 4-585 0 0,-3 5-219 0 0,-7 4 885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1:10:39.9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4560.69727"/>
      <inkml:brushProperty name="anchorY" value="-22838.73047"/>
      <inkml:brushProperty name="scaleFactor" value="0.5"/>
    </inkml:brush>
  </inkml:definitions>
  <inkml:trace contextRef="#ctx0" brushRef="#br0">73 3532 5933 0 0,'0'0'0'0'0,"-4"2"-130"0"0,0 0 144 0 0,-3 1 54 0 0,-1 0-4 0 0,2-1 54 0 0,-2 0 30 0 0,1 1 45 0 0,1-2 1 0 0,-1 1 9 0 0,1 0-13 0 0,2-1-6 0 0,-1 0 2246 0 0,17-7-2298 0 0,4-1-9 0 0,5-2-17 0 0,2 0-14 0 0,1-1 3 0 0,0 0-8 0 0,2-1-12 0 0,1 0-6 0 0,2-2 5 0 0,1-1-3 0 0,3-3 20 0 0,1-1-1 0 0,2-1 10 0 0,-1-2-6 0 0,4-2 17 0 0,3-4 4 0 0,1-1 0 0 0,1-1 43 0 0,2-2-3 0 0,1-1 27 0 0,-1-1 18 0 0,0-2-22 0 0,0 0 32 0 0,0-2 0 0 0,0-1 11 0 0,1-1-17 0 0,0 0 34 0 0,1-1-33 0 0,0-1-4 0 0,2-1 15 0 0,-1-1-43 0 0,3 0-58 0 0,1 2 62 0 0,0 0-38 0 0,-1 0-21 0 0,1 1-3 0 0,-3 1 8 0 0,0 1-42 0 0,-1 0 3 0 0,-1 0 7 0 0,0 0-14 0 0,-2 0-33 0 0,0 0 42 0 0,-1 0-33 0 0,-2-2-23 0 0,1 0 16 0 0,-1-2 30 0 0,1 0-56 0 0,1-2 42 0 0,0-1-56 0 0,1-1 12 0 0,-1-2 13 0 0,0 0 4 0 0,0-1-29 0 0,1-2 24 0 0,-1-1 34 0 0,2-3-14 0 0,1 0 2 0 0,1 0 19 0 0,-2 1-10 0 0,0 1-15 0 0,-1 1 42 0 0,-1 2-51 0 0,-1 0 16 0 0,1 1-9 0 0,-2 0-28 0 0,0 1 55 0 0,-1 1-18 0 0,-1 0-39 0 0,-1 1 27 0 0,-1 0 26 0 0,-1 1-50 0 0,-3 0 45 0 0,-1 3-24 0 0,-4 3-2 0 0,-3 3 16 0 0,-4 5-6 0 0,-2 2-12 0 0,-2 3-10 0 0,-2 1 11 0 0,-1 1 14 0 0,-1 2-41 0 0,0-1 28 0 0,-2 2-10 0 0,1 0-17 0 0,-1 0 1 0 0,1-1 8 0 0,-1 1 1 0 0,0 0 24 0 0,0 0-44 0 0,-1 2 19 0 0,0 1-34 0 0,-2 0 31 0 0,1 1-10 0 0,-1 1 7 0 0,0 1 0 0 0,-2 4 18 0 0,-1-1-14 0 0,1 1-22 0 0,-3 3-4 0 0,2-1-5 0 0,-2 3 23 0 0,0-2 7 0 0,0 2-20 0 0,-2 2 45 0 0,1-2-51 0 0,-1 1 21 0 0,0 2-11 0 0,-1 0 20 0 0,1-1-47 0 0,-1 0 9 0 0,0 1 14 0 0,-1 1-19 0 0,0 0 1 0 0,0 2-10 0 0,-1-1-21 0 0,1-2 10 0 0,-1 1-18 0 0,1-1 8 0 0,0 1-40 0 0,-1 0-2 0 0,0 1 7 0 0,0 1-70 0 0,0 0 16 0 0,-8-1-3333 0 0,-1-1 3427 0 0,1 1-11 0 0,-2-3 19 0 0,1 0-5 0 0,0-1-3 0 0,1 0 16 0 0,0-1-10 0 0,1 1 32 0 0,-3-2-23 0 0,1-1 13 0 0,0 2-13 0 0,-2-3-2 0 0,0 0 10 0 0,2 1-12 0 0,-1-1 22 0 0,1 1-7 0 0,-1-1 3 0 0,-1 1-9 0 0,2 1 11 0 0,-1 0 6 0 0,3 0-6 0 0,-2 1 22 0 0,3 0 16 0 0,1 3-12 0 0,-1-3 10 0 0,0 2 6 0 0,1 0 4 0 0,0 0 8 0 0,0 0 13 0 0,2 1-3 0 0,0 1 2 0 0,-1-1-9 0 0,0 0 7 0 0,1 1-17 0 0,0 0 14 0 0,2 1 10 0 0,0 0 6 0 0,-2-1 28 0 0,0 0-11 0 0,1 0 14 0 0,0 0 6 0 0,1 1-30 0 0,0 0 20 0 0,1 1-12 0 0,8-3 26 0 0,1 0-45 0 0,6 0 5 0 0,-2 0-7 0 0,6 1-5 0 0,-3 0 0 0 0,6 2-18 0 0,2 0 14 0 0,1 0-24 0 0,-4 0 25 0 0,6 0-40 0 0,1 1 39 0 0,0-1-7 0 0,1 1-21 0 0,0 1 26 0 0,-7-2-27 0 0,4 2 73 0 0,-2 0-31 0 0,-5-1 45 0 0,2 2-29 0 0,-2 0 9 0 0,-3 0 17 0 0,1 1 8 0 0,-1 1 27 0 0,-4 0-1 0 0,1 1 2 0 0,-3-2 25 0 0,0 4 2 0 0,-2 0 0 0 0,-2-1-2 0 0,-1 4-4 0 0,-2-2-23 0 0,-3 4 25 0 0,-3 2-41 0 0,-1 1 21 0 0,-3 3 7 0 0,-2 1-50 0 0,-2 2 20 0 0,-2 0-40 0 0,-1 2 47 0 0,-2 0-90 0 0,0 1-20 0 0,0 0-72 0 0,-3 1-116 0 0,0 0-146 0 0,0-1-194 0 0,-2 0-207 0 0,1-2-260 0 0,0-2-301 0 0,0 0-474 0 0,0-1-262 0 0,0 0 275 0 0,0-1-860 0 0,2 1-291 0 0,4-3 1295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1:13:07.93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8455.46484"/>
      <inkml:brushProperty name="anchorY" value="-65147.62891"/>
      <inkml:brushProperty name="scaleFactor" value="0.5"/>
    </inkml:brush>
  </inkml:definitions>
  <inkml:trace contextRef="#ctx0" brushRef="#br0">92 137 5412 0 0,'0'0'0'0'0,"-4"-2"-1040"0"0,0 0 868 0 0,0 0 50 0 0,1 0 38 0 0,-3-1 101 0 0,1 0-28 0 0,0 1 118 0 0,-2-2-2 0 0,2 0 26 0 0,0 1 36 0 0,2 1 5 0 0,-1-2 30 0 0,0 1 36 0 0,2 0 6 0 0,0 0-7 0 0,0 2 23 0 0,-1-2-6 0 0,-1 2-17 0 0,1-1-8 0 0,1 1-13 0 0,0 0-22 0 0,1 1-18 0 0,0 0-6 0 0,-1-3-28 0 0,0 0-8 0 0,-1 0-14 0 0,2 1-8 0 0,-1 1-12 0 0,1-1 502 0 0,7-1-489 0 0,-1-1-21 0 0,1 1 11 0 0,4-2-13 0 0,-2 1 18 0 0,3-1-25 0 0,-2 1 8 0 0,2 0-3 0 0,-2 0-5 0 0,6 0-17 0 0,-3 1 10 0 0,4 0-5 0 0,-3 1 6 0 0,2-1-7 0 0,-2 0 22 0 0,4 1-12 0 0,-4 1 14 0 0,7-1 16 0 0,0 1-19 0 0,-3 0-7 0 0,6 0 25 0 0,-1 0-13 0 0,3 0 5 0 0,-5-1 8 0 0,5 1-7 0 0,0 0-2 0 0,-3-1 1 0 0,5 1-6 0 0,0 1-12 0 0,1-1 12 0 0,-6 1-9 0 0,5 0-6 0 0,0 0-4 0 0,-5 0 1 0 0,4 0-20 0 0,2 0 20 0 0,0 0-21 0 0,1 1-8 0 0,0 0 25 0 0,0-1-3 0 0,0 2-18 0 0,-1-1 12 0 0,1 0 0 0 0,0 2-1 0 0,1-1 1 0 0,-1 1 9 0 0,0 0 3 0 0,1 1-15 0 0,-1 1 10 0 0,0-1 10 0 0,2 2-17 0 0,1 0 6 0 0,1 0 12 0 0,0 2-22 0 0,0 0 6 0 0,2 2 3 0 0,0 0-20 0 0,1 2 10 0 0,2-1-27 0 0,1 1 12 0 0,-1 1-19 0 0,1 1 19 0 0,0 1-1 0 0,-1 1 28 0 0,0 2-44 0 0,-1 0 24 0 0,0 1-18 0 0,-2 1 23 0 0,1 2-25 0 0,-1 0 7 0 0,-1 2-2 0 0,0 0 33 0 0,-1 0-42 0 0,-1 1 13 0 0,1 1 15 0 0,-2 0-20 0 0,-1 1 7 0 0,0 1-16 0 0,-1 0 18 0 0,2 3-15 0 0,1 1 18 0 0,-1 0 28 0 0,0 0-40 0 0,-2-2 9 0 0,0-1 15 0 0,-2 1-6 0 0,1-2-25 0 0,-2 1 55 0 0,1-1-55 0 0,-2 0 8 0 0,1 1 25 0 0,-1-1-37 0 0,-1 0 26 0 0,-2 0-17 0 0,-1-1 0 0 0,-2 0-15 0 0,0-1 0 0 0,-2 0 26 0 0,0-1 6 0 0,0 0-18 0 0,-1 0 2 0 0,0 1-16 0 0,-2 0 28 0 0,0 1-42 0 0,0 1 50 0 0,-2 0-30 0 0,0 1-22 0 0,0 0 6 0 0,-2 0 24 0 0,1 2-22 0 0,-2-1-1 0 0,1 0 0 0 0,-1 0 9 0 0,-2 0-13 0 0,0 0 14 0 0,-2 0 14 0 0,0-2-22 0 0,-1 1 3 0 0,0 1-30 0 0,1 0 41 0 0,-1-1-9 0 0,-1 0-15 0 0,-1 0 19 0 0,0-1-20 0 0,-1 0 30 0 0,-1-1-5 0 0,0 1-7 0 0,0-1 3 0 0,0 0-15 0 0,-1 1 4 0 0,0-1 12 0 0,-1 1-41 0 0,-1 0 59 0 0,-1 0-9 0 0,-1 1-1 0 0,0-1 2 0 0,-1 1 14 0 0,-1 0 6 0 0,0-1-6 0 0,-2 1 16 0 0,0 0 6 0 0,-1-1-2 0 0,-2-1 7 0 0,0 1 26 0 0,0-2-11 0 0,-2 0 0 0 0,1-1-18 0 0,-2 0 14 0 0,0-1-38 0 0,-1 0 34 0 0,-1 0-58 0 0,0-1 59 0 0,-2-1-15 0 0,-1 0-22 0 0,-1 0 45 0 0,-2-2-10 0 0,0-1-5 0 0,-1-1-1 0 0,-1-2 0 0 0,0 0-11 0 0,-2-2 18 0 0,0-1-34 0 0,-1 0-9 0 0,0-1 34 0 0,0 0-53 0 0,0-1 48 0 0,0-1-28 0 0,-1 1-6 0 0,2-2 11 0 0,-1 0-18 0 0,0-1 19 0 0,1-1-20 0 0,0-1 1 0 0,1 0 18 0 0,0-2-15 0 0,-1 0-18 0 0,0-1-13 0 0,0 0 6 0 0,-1-1 15 0 0,6 0-32 0 0,-6-1 5 0 0,2-1-30 0 0,3 0-26 0 0,-3 0-46 0 0,1-1-31 0 0,4 0-15 0 0,-1 0-75 0 0,5-1 0 0 0,-1 1-57 0 0,4 1-25 0 0,-1-2-57 0 0,3 1-63 0 0,2 1-100 0 0,-3-1-127 0 0,1 1-184 0 0,-1-1-264 0 0,2 0-238 0 0,3 0-561 0 0,2 1 144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1:13:08.93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1155.39063"/>
      <inkml:brushProperty name="anchorY" value="-69154.11719"/>
      <inkml:brushProperty name="scaleFactor" value="0.5"/>
    </inkml:brush>
  </inkml:definitions>
  <inkml:trace contextRef="#ctx0" brushRef="#br0">164 10 6201 0 0,'0'0'0'0'0,"19"-10"6716"0"0,-25 18-6553 0 0,-4 2 11 0 0,1 1 3 0 0,-2 3 2 0 0,-1 0-32 0 0,1 2-19 0 0,0 1-38 0 0,1 0 41 0 0,-1 1-6 0 0,1 1-22 0 0,0 0 4 0 0,1 1 2 0 0,0 0-20 0 0,1 1 15 0 0,1 0 4 0 0,0 1-48 0 0,1 0 38 0 0,0 0-37 0 0,0 1 1 0 0,1-1-10 0 0,1-1-8 0 0,1-1 11 0 0,2-1 33 0 0,1-1 14 0 0,0-1-11 0 0,2 0 58 0 0,0-2-31 0 0,3 1 68 0 0,1 0-41 0 0,2-1 5 0 0,2 0 14 0 0,3-1-20 0 0,0 1 6 0 0,2-1-26 0 0,1-1-16 0 0,2 1-6 0 0,2-1 23 0 0,1-1-32 0 0,1 1-3 0 0,1-2 9 0 0,0 1-28 0 0,2-1-10 0 0,0 1 2 0 0,-1-2-13 0 0,1 0 4 0 0,-2-1-49 0 0,1 0-112 0 0,-3-1-125 0 0,0-1-156 0 0,-3 0-138 0 0,0 0-193 0 0,-1 0-154 0 0,0 1-190 0 0,-1 1-140 0 0,0 1-176 0 0,-1 2-384 0 0,0 2-46 0 0,0 3-948 0 0,1 4-488 0 0,-4-4 1730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2.xml"/><Relationship Id="rId18" Type="http://schemas.openxmlformats.org/officeDocument/2006/relationships/image" Target="../media/image16.png"/><Relationship Id="rId26" Type="http://schemas.openxmlformats.org/officeDocument/2006/relationships/image" Target="../media/image20.png"/><Relationship Id="rId3" Type="http://schemas.openxmlformats.org/officeDocument/2006/relationships/image" Target="../media/image2.svg"/><Relationship Id="rId21" Type="http://schemas.openxmlformats.org/officeDocument/2006/relationships/customXml" Target="../ink/ink6.xml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customXml" Target="../ink/ink4.xml"/><Relationship Id="rId25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customXml" Target="../ink/ink1.xml"/><Relationship Id="rId24" Type="http://schemas.openxmlformats.org/officeDocument/2006/relationships/image" Target="../media/image19.png"/><Relationship Id="rId5" Type="http://schemas.openxmlformats.org/officeDocument/2006/relationships/image" Target="../media/image4.svg"/><Relationship Id="rId15" Type="http://schemas.openxmlformats.org/officeDocument/2006/relationships/customXml" Target="../ink/ink3.xml"/><Relationship Id="rId23" Type="http://schemas.openxmlformats.org/officeDocument/2006/relationships/customXml" Target="../ink/ink7.xml"/><Relationship Id="rId28" Type="http://schemas.openxmlformats.org/officeDocument/2006/relationships/image" Target="../media/image21.png"/><Relationship Id="rId10" Type="http://schemas.openxmlformats.org/officeDocument/2006/relationships/image" Target="../media/image12.png"/><Relationship Id="rId19" Type="http://schemas.openxmlformats.org/officeDocument/2006/relationships/customXml" Target="../ink/ink5.xml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14.png"/><Relationship Id="rId22" Type="http://schemas.openxmlformats.org/officeDocument/2006/relationships/image" Target="../media/image18.png"/><Relationship Id="rId27" Type="http://schemas.openxmlformats.org/officeDocument/2006/relationships/customXml" Target="../ink/ink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53278" y="2615657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3243554" y="-1718684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828800" y="2396116"/>
            <a:ext cx="7315200" cy="3604399"/>
          </a:xfrm>
          <a:custGeom>
            <a:avLst/>
            <a:gdLst/>
            <a:ahLst/>
            <a:cxnLst/>
            <a:rect l="l" t="t" r="r" b="b"/>
            <a:pathLst>
              <a:path w="7315200" h="3604399">
                <a:moveTo>
                  <a:pt x="0" y="0"/>
                </a:moveTo>
                <a:lnTo>
                  <a:pt x="7315200" y="0"/>
                </a:lnTo>
                <a:lnTo>
                  <a:pt x="7315200" y="3604399"/>
                </a:lnTo>
                <a:lnTo>
                  <a:pt x="0" y="3604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TextBox 8"/>
          <p:cNvSpPr txBox="1"/>
          <p:nvPr/>
        </p:nvSpPr>
        <p:spPr>
          <a:xfrm>
            <a:off x="2228216" y="6154626"/>
            <a:ext cx="6915784" cy="53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699" b="1">
                <a:solidFill>
                  <a:srgbClr val="1D1D1F"/>
                </a:solidFill>
                <a:latin typeface="Poppins Bold"/>
                <a:ea typeface="Poppins Bold"/>
                <a:cs typeface="Poppins Bold"/>
                <a:sym typeface="Poppins Bold"/>
              </a:rPr>
              <a:t>Your partner for vehicle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4B340B03-7617-B5C3-5A99-AF18D4BBAC32}"/>
              </a:ext>
            </a:extLst>
          </p:cNvPr>
          <p:cNvSpPr>
            <a:spLocks noGrp="1"/>
          </p:cNvSpPr>
          <p:nvPr/>
        </p:nvSpPr>
        <p:spPr>
          <a:xfrm>
            <a:off x="5029200" y="3434325"/>
            <a:ext cx="8229600" cy="3418351"/>
          </a:xfrm>
          <a:prstGeom prst="rect">
            <a:avLst/>
          </a:prstGeom>
        </p:spPr>
        <p:txBody>
          <a:bodyPr vert="horz" lIns="34290" tIns="17145" rIns="34290" bIns="17145" rtlCol="0" anchor="t">
            <a:normAutofit fontScale="92500" lnSpcReduction="10000"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Pointers</a:t>
            </a:r>
          </a:p>
          <a:p>
            <a:pPr indent="0" algn="ctr"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 pointer is a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variable</a:t>
            </a:r>
            <a:r>
              <a:rPr lang="en-US" sz="1800" dirty="0">
                <a:latin typeface="Calibri"/>
                <a:ea typeface="Calibri"/>
                <a:cs typeface="Calibri"/>
              </a:rPr>
              <a:t> that stores the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memory address </a:t>
            </a:r>
            <a:r>
              <a:rPr lang="en-US" sz="1800" dirty="0">
                <a:latin typeface="Calibri"/>
                <a:ea typeface="Calibri"/>
                <a:cs typeface="Calibri"/>
              </a:rPr>
              <a:t>of another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variable</a:t>
            </a:r>
            <a:r>
              <a:rPr lang="en-US" sz="1800" dirty="0">
                <a:latin typeface="Calibri"/>
                <a:ea typeface="Calibri"/>
                <a:cs typeface="Calibri"/>
              </a:rPr>
              <a:t>. Instead of holding a direct value, it holds the address where the value is stored in memory. It is the backbone of low-level memory manipulation in C.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	// Normal Variable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	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	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Pointer Variable </a:t>
            </a:r>
            <a:r>
              <a:rPr lang="en-US" sz="1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that stores address of var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	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10" name="Picture 9" descr="A cartoon character sitting and reading a book&#10;&#10;AI-generated content may be incorrect.">
            <a:extLst>
              <a:ext uri="{FF2B5EF4-FFF2-40B4-BE49-F238E27FC236}">
                <a16:creationId xmlns:a16="http://schemas.microsoft.com/office/drawing/2014/main" id="{1982BA28-8FBE-DC1C-0511-710318D3DC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0" y="5143500"/>
            <a:ext cx="2895600" cy="30890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11262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7F274A-0403-E2D1-71A3-ADD15216C13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4848391"/>
            <a:ext cx="3163529" cy="297180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4673BD-D8C1-BEED-8757-590B1B2AAF61}"/>
              </a:ext>
            </a:extLst>
          </p:cNvPr>
          <p:cNvSpPr/>
          <p:nvPr/>
        </p:nvSpPr>
        <p:spPr>
          <a:xfrm>
            <a:off x="9220200" y="1485901"/>
            <a:ext cx="3163529" cy="571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0xABCD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A229705-580D-E2DC-22DD-3B0BA1E11169}"/>
              </a:ext>
            </a:extLst>
          </p:cNvPr>
          <p:cNvSpPr/>
          <p:nvPr/>
        </p:nvSpPr>
        <p:spPr>
          <a:xfrm>
            <a:off x="9601200" y="3083251"/>
            <a:ext cx="3163529" cy="57150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0x61FE5C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114AB6D-E12D-2B4C-890B-081ADD3CDE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1937" y="1578827"/>
            <a:ext cx="5591955" cy="28293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13905EB-C40C-6DC8-A6A9-6EA6F06593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3174" y="5143500"/>
            <a:ext cx="3429479" cy="119079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9D7DE20-A88D-0397-1163-1C0C4D422681}"/>
              </a:ext>
            </a:extLst>
          </p:cNvPr>
          <p:cNvSpPr txBox="1"/>
          <p:nvPr/>
        </p:nvSpPr>
        <p:spPr>
          <a:xfrm>
            <a:off x="9144000" y="110016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D56CF9-85E6-5F80-ECE6-119D78F5FB89}"/>
              </a:ext>
            </a:extLst>
          </p:cNvPr>
          <p:cNvSpPr txBox="1"/>
          <p:nvPr/>
        </p:nvSpPr>
        <p:spPr>
          <a:xfrm>
            <a:off x="9439274" y="2713919"/>
            <a:ext cx="462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ptr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A3BB88-B54E-98EA-DB2F-38BA1512EB95}"/>
              </a:ext>
            </a:extLst>
          </p:cNvPr>
          <p:cNvSpPr txBox="1"/>
          <p:nvPr/>
        </p:nvSpPr>
        <p:spPr>
          <a:xfrm>
            <a:off x="10255179" y="2147363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0x61FE5C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C8FD33-F412-D666-690C-3E3E315FC058}"/>
              </a:ext>
            </a:extLst>
          </p:cNvPr>
          <p:cNvSpPr txBox="1"/>
          <p:nvPr/>
        </p:nvSpPr>
        <p:spPr>
          <a:xfrm>
            <a:off x="10630144" y="3654752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0x61FE50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0FFB5CB-5B82-DB4C-DC20-938C3C92D362}"/>
              </a:ext>
            </a:extLst>
          </p:cNvPr>
          <p:cNvGrpSpPr/>
          <p:nvPr/>
        </p:nvGrpSpPr>
        <p:grpSpPr>
          <a:xfrm>
            <a:off x="4296915" y="6015255"/>
            <a:ext cx="3332880" cy="2424600"/>
            <a:chOff x="4296915" y="6015255"/>
            <a:chExt cx="3332880" cy="24246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40E82D1-581E-4612-7AD7-FB759AB60F7B}"/>
                    </a:ext>
                  </a:extLst>
                </p14:cNvPr>
                <p14:cNvContentPartPr/>
                <p14:nvPr/>
              </p14:nvContentPartPr>
              <p14:xfrm>
                <a:off x="4465755" y="7839375"/>
                <a:ext cx="266040" cy="600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40E82D1-581E-4612-7AD7-FB759AB60F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57115" y="7830375"/>
                  <a:ext cx="28368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6FFF81-E6B0-24C1-BC9F-1D7AEF595689}"/>
                    </a:ext>
                  </a:extLst>
                </p14:cNvPr>
                <p14:cNvContentPartPr/>
                <p14:nvPr/>
              </p14:nvContentPartPr>
              <p14:xfrm>
                <a:off x="4296915" y="7777815"/>
                <a:ext cx="419760" cy="399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6FFF81-E6B0-24C1-BC9F-1D7AEF59568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88275" y="7768815"/>
                  <a:ext cx="4374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980AC16-69E7-BD2C-F4D6-5B6E57762A84}"/>
                    </a:ext>
                  </a:extLst>
                </p14:cNvPr>
                <p14:cNvContentPartPr/>
                <p14:nvPr/>
              </p14:nvContentPartPr>
              <p14:xfrm>
                <a:off x="4701555" y="7650375"/>
                <a:ext cx="280440" cy="273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980AC16-69E7-BD2C-F4D6-5B6E57762A8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92555" y="7641735"/>
                  <a:ext cx="2980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152A35E-AAE7-3AD3-E3E0-4A4C55763217}"/>
                    </a:ext>
                  </a:extLst>
                </p14:cNvPr>
                <p14:cNvContentPartPr/>
                <p14:nvPr/>
              </p14:nvContentPartPr>
              <p14:xfrm>
                <a:off x="4999635" y="7724535"/>
                <a:ext cx="135000" cy="150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152A35E-AAE7-3AD3-E3E0-4A4C5576321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90635" y="7715895"/>
                  <a:ext cx="152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DE9E6D4-2C86-0BC8-2E3C-F23B274E7B72}"/>
                    </a:ext>
                  </a:extLst>
                </p14:cNvPr>
                <p14:cNvContentPartPr/>
                <p14:nvPr/>
              </p14:nvContentPartPr>
              <p14:xfrm>
                <a:off x="4872555" y="7573695"/>
                <a:ext cx="97200" cy="71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DE9E6D4-2C86-0BC8-2E3C-F23B274E7B7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63555" y="7565055"/>
                  <a:ext cx="1148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D0CAE11-AFD2-AF12-E4B9-36EC8893E525}"/>
                    </a:ext>
                  </a:extLst>
                </p14:cNvPr>
                <p14:cNvContentPartPr/>
                <p14:nvPr/>
              </p14:nvContentPartPr>
              <p14:xfrm>
                <a:off x="5082075" y="7005975"/>
                <a:ext cx="938160" cy="772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D0CAE11-AFD2-AF12-E4B9-36EC8893E52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073435" y="6997335"/>
                  <a:ext cx="95580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B774018-62C0-929F-83B7-BBD4D0925747}"/>
                    </a:ext>
                  </a:extLst>
                </p14:cNvPr>
                <p14:cNvContentPartPr/>
                <p14:nvPr/>
              </p14:nvContentPartPr>
              <p14:xfrm>
                <a:off x="6261075" y="6015255"/>
                <a:ext cx="1368720" cy="1280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B774018-62C0-929F-83B7-BBD4D092574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52435" y="6006615"/>
                  <a:ext cx="1386360" cy="129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62942DC-D635-DD37-E691-CFDFD5171323}"/>
              </a:ext>
            </a:extLst>
          </p:cNvPr>
          <p:cNvGrpSpPr/>
          <p:nvPr/>
        </p:nvGrpSpPr>
        <p:grpSpPr>
          <a:xfrm>
            <a:off x="11425635" y="2323815"/>
            <a:ext cx="1001880" cy="1228680"/>
            <a:chOff x="11425635" y="2323815"/>
            <a:chExt cx="1001880" cy="12286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6F466E3-AD27-4BB3-87A2-4A459983EBF8}"/>
                    </a:ext>
                  </a:extLst>
                </p14:cNvPr>
                <p14:cNvContentPartPr/>
                <p14:nvPr/>
              </p14:nvContentPartPr>
              <p14:xfrm>
                <a:off x="11425635" y="2323815"/>
                <a:ext cx="1001880" cy="1040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6F466E3-AD27-4BB3-87A2-4A459983EBF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407635" y="2305815"/>
                  <a:ext cx="103752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B782E3A-A03F-8C93-520D-91BE44FF4BA4}"/>
                    </a:ext>
                  </a:extLst>
                </p14:cNvPr>
                <p14:cNvContentPartPr/>
                <p14:nvPr/>
              </p14:nvContentPartPr>
              <p14:xfrm>
                <a:off x="11906955" y="3234975"/>
                <a:ext cx="209160" cy="317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B782E3A-A03F-8C93-520D-91BE44FF4BA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889315" y="3216975"/>
                  <a:ext cx="244800" cy="353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5" name="TextBox 12">
            <a:extLst>
              <a:ext uri="{FF2B5EF4-FFF2-40B4-BE49-F238E27FC236}">
                <a16:creationId xmlns:a16="http://schemas.microsoft.com/office/drawing/2014/main" id="{68C40A6A-883B-32C2-17BD-A1B6621B13DA}"/>
              </a:ext>
            </a:extLst>
          </p:cNvPr>
          <p:cNvSpPr txBox="1"/>
          <p:nvPr/>
        </p:nvSpPr>
        <p:spPr>
          <a:xfrm>
            <a:off x="11087415" y="5363153"/>
            <a:ext cx="2057400" cy="1488869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ea typeface="Calibri"/>
                <a:cs typeface="Calibri"/>
              </a:rPr>
              <a:t>Pointer actions:</a:t>
            </a:r>
            <a:endParaRPr lang="en-GB" sz="1800" b="1" dirty="0">
              <a:ea typeface="Calibri"/>
              <a:cs typeface="Calibri"/>
            </a:endParaRPr>
          </a:p>
          <a:p>
            <a:pPr marL="257175" indent="-257175">
              <a:buFont typeface="Courier New"/>
              <a:buChar char="o"/>
            </a:pPr>
            <a:r>
              <a:rPr lang="en-GB" sz="1800" dirty="0">
                <a:ea typeface="Calibri"/>
                <a:cs typeface="Calibri"/>
              </a:rPr>
              <a:t>declaring </a:t>
            </a:r>
          </a:p>
          <a:p>
            <a:pPr marL="257175" indent="-257175">
              <a:buFont typeface="Courier New"/>
              <a:buChar char="o"/>
            </a:pPr>
            <a:r>
              <a:rPr lang="en-GB" sz="1800" dirty="0">
                <a:ea typeface="Calibri"/>
                <a:cs typeface="Calibri"/>
              </a:rPr>
              <a:t>initializing</a:t>
            </a:r>
          </a:p>
          <a:p>
            <a:pPr marL="257175" indent="-257175">
              <a:buFont typeface="Courier New"/>
              <a:buChar char="o"/>
            </a:pPr>
            <a:r>
              <a:rPr lang="en-GB" sz="1800" dirty="0">
                <a:ea typeface="Calibri"/>
                <a:cs typeface="Calibri"/>
              </a:rPr>
              <a:t>dereferencing</a:t>
            </a:r>
            <a:r>
              <a:rPr lang="en-GB" sz="1800" b="1" dirty="0">
                <a:ea typeface="Calibri"/>
                <a:cs typeface="Calibri"/>
              </a:rPr>
              <a:t> </a:t>
            </a:r>
            <a:endParaRPr lang="en-GB" sz="1800" dirty="0">
              <a:ea typeface="Calibri"/>
              <a:cs typeface="Calibri"/>
            </a:endParaRPr>
          </a:p>
          <a:p>
            <a:pPr algn="l"/>
            <a:endParaRPr lang="en-GB" sz="2025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1640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7ECC-4151-7AB0-84BA-B3CA7D2F9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E5B0B8-30FB-89BC-90EA-8DF66374572B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367D2C0-0B3D-9617-C868-00559F688FC5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003A035-B23B-2B81-614E-2607EAE0FB0A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33F4665-9451-E125-EC40-150E7C90D1A8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8FFBA86-B545-8B8B-8B57-B074681D2E7C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E1CADAE-5294-10F6-8833-74F06BC2483C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363DDE71-B93D-0BBC-CD0C-6C04A7F057FF}"/>
              </a:ext>
            </a:extLst>
          </p:cNvPr>
          <p:cNvSpPr>
            <a:spLocks noGrp="1"/>
          </p:cNvSpPr>
          <p:nvPr/>
        </p:nvSpPr>
        <p:spPr>
          <a:xfrm>
            <a:off x="5029200" y="3434325"/>
            <a:ext cx="8229600" cy="3418351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Pointers</a:t>
            </a:r>
          </a:p>
          <a:p>
            <a:pPr indent="0" algn="ctr"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2400" dirty="0">
                <a:latin typeface="Calibri"/>
                <a:ea typeface="Calibri"/>
                <a:cs typeface="Calibri"/>
              </a:rPr>
              <a:t>The size of a pointer: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The size of a pointer in C depends on the architecture of the machine,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not the data type it points to.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On a 32-bit system, all pointers typically occupy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4 bytes</a:t>
            </a:r>
            <a:r>
              <a:rPr lang="en-US" sz="1800" dirty="0">
                <a:latin typeface="Calibri"/>
                <a:ea typeface="Calibri"/>
                <a:cs typeface="Calibri"/>
              </a:rPr>
              <a:t>.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On a 64-bit system, all pointers typically occupy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8 bytes</a:t>
            </a:r>
            <a:r>
              <a:rPr lang="en-US" sz="1800" dirty="0"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531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A6137-9F0B-DDAA-AB5E-3B293C4E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F8F642-C7A6-6281-66A3-53E082000824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4CCB1C6-BE9F-46ED-4E97-A405C36C03B4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3912CF6-9319-4424-E705-9EF721C335E9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D73B6B6-926A-9DD5-0256-6D7E0960EF4C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AB0070F-639F-EA55-23A0-B2147E73AA4A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75F4D5D-2DAE-A138-88A4-F82B0D5291F7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8581816-9058-E5D9-1666-EC7D5A3E364B}"/>
              </a:ext>
            </a:extLst>
          </p:cNvPr>
          <p:cNvSpPr>
            <a:spLocks noGrp="1"/>
          </p:cNvSpPr>
          <p:nvPr/>
        </p:nvSpPr>
        <p:spPr>
          <a:xfrm>
            <a:off x="5029200" y="3434325"/>
            <a:ext cx="8229600" cy="3418351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References</a:t>
            </a:r>
          </a:p>
          <a:p>
            <a:pPr indent="0" algn="ctr"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C vs C++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There's no explicit reference type in C like in C++. Anywhere anybody says "reference" in context of C language you can assume a pointer.</a:t>
            </a:r>
          </a:p>
          <a:p>
            <a:pPr indent="0" algn="ctr"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HOWEVER</a:t>
            </a:r>
          </a:p>
        </p:txBody>
      </p:sp>
    </p:spTree>
    <p:extLst>
      <p:ext uri="{BB962C8B-B14F-4D97-AF65-F5344CB8AC3E}">
        <p14:creationId xmlns:p14="http://schemas.microsoft.com/office/powerpoint/2010/main" val="310844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CF19-E5D6-7044-2066-86746DA6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EAC2768-0F67-6741-A653-AB708A33CB87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4F20A24-1AD8-8772-7724-C615999CD6A2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D07AF1A-FA3E-0158-2687-26CBEEBD276C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B93D85E-75A9-0E42-75E5-1DDB3FD674DA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0C6CDFA-33B7-DC06-7B33-4178780A5325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CF1DEBF-03AF-C9D5-D9EB-9F72281D7FAC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EAD2775E-9233-EE16-34FE-10779292F642}"/>
              </a:ext>
            </a:extLst>
          </p:cNvPr>
          <p:cNvSpPr>
            <a:spLocks noGrp="1"/>
          </p:cNvSpPr>
          <p:nvPr/>
        </p:nvSpPr>
        <p:spPr>
          <a:xfrm>
            <a:off x="5029200" y="3434325"/>
            <a:ext cx="8229600" cy="3418351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Reference</a:t>
            </a:r>
          </a:p>
          <a:p>
            <a:pPr indent="0" algn="ctr"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While a pointer exists in the memory, a reference is just the memory location of the variable we want to use in the function.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“Get me the thing from there”</a:t>
            </a:r>
          </a:p>
        </p:txBody>
      </p:sp>
    </p:spTree>
    <p:extLst>
      <p:ext uri="{BB962C8B-B14F-4D97-AF65-F5344CB8AC3E}">
        <p14:creationId xmlns:p14="http://schemas.microsoft.com/office/powerpoint/2010/main" val="3531963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2648-6CC0-D4D1-0C00-AA61B18ED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C20CDE-6AF8-25D8-EA33-43AECF5601E1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7BE209-0021-DE7E-5EFA-9D27F7FBCCDF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1337E6E-C2FF-ABD6-EC2E-D4FB933C6A78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2473A96-EC89-D254-C9BB-4DC144F86622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A1C9DE8-128A-30AD-EFE4-233F5E300BD5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26ABDF3-FD05-DCA5-1B38-C5254D411D09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97771FC3-DD34-8281-7773-416587BBD02C}"/>
              </a:ext>
            </a:extLst>
          </p:cNvPr>
          <p:cNvSpPr>
            <a:spLocks noGrp="1"/>
          </p:cNvSpPr>
          <p:nvPr/>
        </p:nvSpPr>
        <p:spPr>
          <a:xfrm>
            <a:off x="5029200" y="3434325"/>
            <a:ext cx="8229600" cy="3418351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In C++</a:t>
            </a:r>
          </a:p>
          <a:p>
            <a:pPr indent="0" algn="ctr">
              <a:buNone/>
            </a:pPr>
            <a:endParaRPr lang="en-US" sz="18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int</a:t>
            </a:r>
            <a:r>
              <a:rPr lang="en-US" sz="1800" b="1" dirty="0">
                <a:latin typeface="Calibri"/>
                <a:ea typeface="Calibri"/>
                <a:cs typeface="Calibri"/>
              </a:rPr>
              <a:t>&amp;</a:t>
            </a:r>
            <a:r>
              <a:rPr lang="en-US" sz="1800" dirty="0">
                <a:latin typeface="Calibri"/>
                <a:ea typeface="Calibri"/>
                <a:cs typeface="Calibri"/>
              </a:rPr>
              <a:t> ref = a;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This is a valid implementation in C++/C#/Java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In C</a:t>
            </a:r>
          </a:p>
          <a:p>
            <a:pPr indent="0" algn="ctr">
              <a:buNone/>
            </a:pPr>
            <a:endParaRPr lang="en-US" sz="1800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A05BC6-0CB4-DA21-0312-5C2EB8C998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9705" y="5560165"/>
            <a:ext cx="7268589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05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662E9-396E-5B83-8A9D-337CBEAA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053C11-178F-6FC2-866D-6FC39D3F45D1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5BB02FE-920B-F2D4-5B8C-3FDE9B2071ED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A030C56-88C8-4B93-73E8-050E6E6F3F59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0F800C3-8E36-8CC3-A39D-024A383D63F0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4DBD683-D4AD-F349-0130-2291AB82CC80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CBEE989-05EE-A307-6EBE-8ADB2D014027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98622665-6467-616E-C30F-6FDD1008D5FC}"/>
              </a:ext>
            </a:extLst>
          </p:cNvPr>
          <p:cNvSpPr>
            <a:spLocks noGrp="1"/>
          </p:cNvSpPr>
          <p:nvPr/>
        </p:nvSpPr>
        <p:spPr>
          <a:xfrm>
            <a:off x="5029200" y="3434325"/>
            <a:ext cx="8229600" cy="3418351"/>
          </a:xfrm>
          <a:prstGeom prst="rect">
            <a:avLst/>
          </a:prstGeom>
        </p:spPr>
        <p:txBody>
          <a:bodyPr vert="horz" lIns="34290" tIns="17145" rIns="34290" bIns="17145" rtlCol="0" anchor="t">
            <a:normAutofit fontScale="85000" lnSpcReduction="10000"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endParaRPr lang="en-US" sz="2400" dirty="0"/>
          </a:p>
          <a:p>
            <a:pPr indent="0">
              <a:buNone/>
            </a:pPr>
            <a:r>
              <a:rPr lang="en-US" sz="2400" dirty="0"/>
              <a:t>	When any argument is </a:t>
            </a:r>
            <a:r>
              <a:rPr lang="en-US" sz="2400" b="1" dirty="0"/>
              <a:t>passed by reference</a:t>
            </a:r>
            <a:r>
              <a:rPr lang="en-US" sz="2400" dirty="0"/>
              <a:t> in the function call as a parameter, it is passed using the </a:t>
            </a:r>
            <a:r>
              <a:rPr lang="en-US" sz="2400" b="1" dirty="0"/>
              <a:t>address of(&amp;)</a:t>
            </a:r>
            <a:r>
              <a:rPr lang="en-US" sz="2400" dirty="0"/>
              <a:t> operator from the main function. </a:t>
            </a:r>
          </a:p>
          <a:p>
            <a:pPr indent="0">
              <a:buNone/>
            </a:pPr>
            <a:r>
              <a:rPr lang="en-US" sz="2400" dirty="0"/>
              <a:t>	In the function definition, the function takes the value of the parameter by using </a:t>
            </a:r>
            <a:r>
              <a:rPr lang="en-US" sz="2400" b="1" dirty="0"/>
              <a:t>(*) operator</a:t>
            </a:r>
            <a:r>
              <a:rPr lang="en-US" sz="2400" dirty="0"/>
              <a:t>. By using this, it can directly access the </a:t>
            </a:r>
            <a:r>
              <a:rPr lang="en-US" sz="2400" b="1" dirty="0"/>
              <a:t>value</a:t>
            </a:r>
            <a:r>
              <a:rPr lang="en-US" sz="2400" dirty="0"/>
              <a:t> of the parameter directly from its </a:t>
            </a:r>
            <a:r>
              <a:rPr lang="en-US" sz="2400" b="1" dirty="0"/>
              <a:t>original location</a:t>
            </a:r>
            <a:r>
              <a:rPr lang="en-US" sz="2400" dirty="0"/>
              <a:t>. (pass </a:t>
            </a:r>
            <a:r>
              <a:rPr lang="en-US" sz="2400"/>
              <a:t>by reference)</a:t>
            </a:r>
            <a:endParaRPr lang="en-US" sz="2400" dirty="0"/>
          </a:p>
          <a:p>
            <a:pPr indent="0">
              <a:buNone/>
            </a:pPr>
            <a:endParaRPr lang="en-US" sz="2400" dirty="0"/>
          </a:p>
          <a:p>
            <a:pPr indent="0">
              <a:buNone/>
            </a:pPr>
            <a:endParaRPr lang="en-US" sz="2400" dirty="0"/>
          </a:p>
          <a:p>
            <a:pPr indent="0" algn="ctr">
              <a:buNone/>
            </a:pPr>
            <a:r>
              <a:rPr lang="en-US" sz="2400" dirty="0"/>
              <a:t>	There will be no need for extra memory or copying the same data into some other fields. </a:t>
            </a:r>
          </a:p>
        </p:txBody>
      </p:sp>
    </p:spTree>
    <p:extLst>
      <p:ext uri="{BB962C8B-B14F-4D97-AF65-F5344CB8AC3E}">
        <p14:creationId xmlns:p14="http://schemas.microsoft.com/office/powerpoint/2010/main" val="3013909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H_LOG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0AD2E"/>
      </a:accent1>
      <a:accent2>
        <a:srgbClr val="EECF6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331</Words>
  <Application>Microsoft Office PowerPoint</Application>
  <PresentationFormat>Custom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Consolas</vt:lpstr>
      <vt:lpstr>Poppins Bold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IDPS</dc:title>
  <cp:lastModifiedBy>Iosif Eugen</cp:lastModifiedBy>
  <cp:revision>25</cp:revision>
  <dcterms:created xsi:type="dcterms:W3CDTF">2006-08-16T00:00:00Z</dcterms:created>
  <dcterms:modified xsi:type="dcterms:W3CDTF">2026-03-26T13:49:54Z</dcterms:modified>
  <dc:identifier>DAGCdlFyf5Y</dc:identifier>
</cp:coreProperties>
</file>