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71" r:id="rId3"/>
    <p:sldId id="272" r:id="rId4"/>
    <p:sldId id="273" r:id="rId5"/>
  </p:sldIdLst>
  <p:sldSz cx="18288000" cy="10287000"/>
  <p:notesSz cx="6858000" cy="9144000"/>
  <p:embeddedFontLst>
    <p:embeddedFont>
      <p:font typeface="Poppins Bold" panose="00000800000000000000" pitchFamily="2" charset="0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76897" autoAdjust="0"/>
  </p:normalViewPr>
  <p:slideViewPr>
    <p:cSldViewPr>
      <p:cViewPr varScale="1">
        <p:scale>
          <a:sx n="81" d="100"/>
          <a:sy n="81" d="100"/>
        </p:scale>
        <p:origin x="205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E0C29-013A-419F-9BC5-3FDF1FB0896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2B5CF-739A-4B92-A015-9323EA3A6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19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3278" y="2615657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3243554" y="-1718684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28800" y="2396116"/>
            <a:ext cx="7315200" cy="3604399"/>
          </a:xfrm>
          <a:custGeom>
            <a:avLst/>
            <a:gdLst/>
            <a:ahLst/>
            <a:cxnLst/>
            <a:rect l="l" t="t" r="r" b="b"/>
            <a:pathLst>
              <a:path w="7315200" h="3604399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8"/>
          <p:cNvSpPr txBox="1"/>
          <p:nvPr/>
        </p:nvSpPr>
        <p:spPr>
          <a:xfrm>
            <a:off x="2228216" y="6154626"/>
            <a:ext cx="6915784" cy="53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1">
                <a:solidFill>
                  <a:srgbClr val="1D1D1F"/>
                </a:solidFill>
                <a:latin typeface="Poppins Bold"/>
                <a:ea typeface="Poppins Bold"/>
                <a:cs typeface="Poppins Bold"/>
                <a:sym typeface="Poppins Bold"/>
              </a:rPr>
              <a:t>Your partner for vehicle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A367-1636-5416-4DDB-7F86E749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CEF966-9C26-E870-8C5A-C8AE26908859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49F26D-3509-AF80-66EB-B04197C48999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1FAFC0F-2689-C34D-16F9-CB5D082D50AD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E2F74E8-2B32-45F7-C040-80844A04FFF8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1883AA8-A2BC-B774-9E22-C4AC990ACBB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B0EA98A-8607-74D4-7685-CE281CA21FE5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841EF4AC-49B3-FE98-DEB1-A0753D2BEE4B}"/>
              </a:ext>
            </a:extLst>
          </p:cNvPr>
          <p:cNvSpPr>
            <a:spLocks noGrp="1"/>
          </p:cNvSpPr>
          <p:nvPr/>
        </p:nvSpPr>
        <p:spPr>
          <a:xfrm>
            <a:off x="5493540" y="4271698"/>
            <a:ext cx="7300919" cy="2858626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Multidimensional Arrays in C 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 multi-dimensional array in C can be defined as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an</a:t>
            </a:r>
            <a:r>
              <a:rPr lang="en-US" sz="1800" dirty="0">
                <a:latin typeface="Calibri"/>
                <a:ea typeface="Calibri"/>
                <a:cs typeface="Calibri"/>
              </a:rPr>
              <a:t>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array</a:t>
            </a:r>
            <a:r>
              <a:rPr lang="en-US" sz="1800" dirty="0">
                <a:latin typeface="Calibri"/>
                <a:ea typeface="Calibri"/>
                <a:cs typeface="Calibri"/>
              </a:rPr>
              <a:t> that has more than one dimension. Having more than one dimension means that it can grow in multiple directions.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700" dirty="0">
                <a:latin typeface="Calibri"/>
                <a:ea typeface="Calibri"/>
                <a:cs typeface="Calibri"/>
              </a:rPr>
              <a:t>The total number of elements that can be stored in a multidimensional array can be calculated by multiplying the size of both dimensions. Consider the array letters[2][26]: size = 52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AB5BFA-52AA-FFE2-7000-934AC0C9FD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400" y="7130324"/>
            <a:ext cx="12721816" cy="80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8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937B-ED36-5BCE-8A94-C09E74EA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2F8A76-FAF9-5CAE-9C20-DF35028F180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DC737FD-EB84-0A2B-F1D8-C78B5CE75A7F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BA3AE0D-9FD8-99F6-0D02-6CE002543BC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666FF31-62F8-293D-9F23-D03E110B2048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75D3ED4-F0A0-5579-C28A-36141CF8758A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DC742AE-5BB7-4952-FB59-BC5564B87C38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5EEFD92-45D6-0F04-61C4-107C30BC0A5E}"/>
              </a:ext>
            </a:extLst>
          </p:cNvPr>
          <p:cNvSpPr>
            <a:spLocks noGrp="1"/>
          </p:cNvSpPr>
          <p:nvPr/>
        </p:nvSpPr>
        <p:spPr>
          <a:xfrm>
            <a:off x="5493540" y="4271698"/>
            <a:ext cx="7300919" cy="2858626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Multidimensional Arrays in C 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Accessing elements: </a:t>
            </a:r>
          </a:p>
          <a:p>
            <a:pPr indent="0" algn="ctr">
              <a:buNone/>
            </a:pPr>
            <a:r>
              <a:rPr lang="en-US" sz="1800" b="1" dirty="0" err="1">
                <a:latin typeface="Calibri"/>
                <a:ea typeface="Calibri"/>
                <a:cs typeface="Calibri"/>
              </a:rPr>
              <a:t>arr_name</a:t>
            </a:r>
            <a:r>
              <a:rPr lang="en-US" sz="1800" b="1" dirty="0">
                <a:latin typeface="Calibri"/>
                <a:ea typeface="Calibri"/>
                <a:cs typeface="Calibri"/>
              </a:rPr>
              <a:t>[</a:t>
            </a:r>
            <a:r>
              <a:rPr lang="en-US" sz="1800" b="1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b="1" dirty="0">
                <a:latin typeface="Calibri"/>
                <a:ea typeface="Calibri"/>
                <a:cs typeface="Calibri"/>
              </a:rPr>
              <a:t>][j]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With pointers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*(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arr_name</a:t>
            </a:r>
            <a:r>
              <a:rPr lang="en-US" sz="1800" dirty="0">
                <a:latin typeface="Calibri"/>
                <a:ea typeface="Calibri"/>
                <a:cs typeface="Calibri"/>
              </a:rPr>
              <a:t> +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dirty="0">
                <a:latin typeface="Calibri"/>
                <a:ea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335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F368-8E8C-A5F1-54BB-7799A187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DF616F-072D-E828-E8E3-71DBB5CE382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2939E91-2383-CFA0-646A-7B02BE4A6F3F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C369C60-AE49-BE28-7B94-30396736659A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B17F9DD-CFE7-74BC-C337-F7FAD9D73C96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D8552F5-4781-4C00-5C48-8E14D3A522FF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F0A1F2A-AFA1-6486-1F2D-5A57F5502B61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3075F7C7-412C-0280-1080-FD7B6A854323}"/>
              </a:ext>
            </a:extLst>
          </p:cNvPr>
          <p:cNvSpPr>
            <a:spLocks noGrp="1"/>
          </p:cNvSpPr>
          <p:nvPr/>
        </p:nvSpPr>
        <p:spPr>
          <a:xfrm>
            <a:off x="5493540" y="4271698"/>
            <a:ext cx="7300919" cy="2858626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Multidimensional Arrays in C 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As for any other array, the memory location used for an array is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CONGRUENT (no gaps, </a:t>
            </a:r>
            <a:r>
              <a:rPr lang="en-US" sz="1800" b="1" dirty="0" err="1">
                <a:latin typeface="Calibri"/>
                <a:ea typeface="Calibri"/>
                <a:cs typeface="Calibri"/>
              </a:rPr>
              <a:t>alligned</a:t>
            </a:r>
            <a:r>
              <a:rPr lang="en-US" sz="1800" b="1" dirty="0">
                <a:latin typeface="Calibri"/>
                <a:ea typeface="Calibri"/>
                <a:cs typeface="Calibri"/>
              </a:rPr>
              <a:t>)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This means that we have</a:t>
            </a:r>
          </a:p>
        </p:txBody>
      </p:sp>
    </p:spTree>
    <p:extLst>
      <p:ext uri="{BB962C8B-B14F-4D97-AF65-F5344CB8AC3E}">
        <p14:creationId xmlns:p14="http://schemas.microsoft.com/office/powerpoint/2010/main" val="1056088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H_LOG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0AD2E"/>
      </a:accent1>
      <a:accent2>
        <a:srgbClr val="EECF6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5146</TotalTime>
  <Words>131</Words>
  <Application>Microsoft Office PowerPoint</Application>
  <PresentationFormat>Custom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Arial</vt:lpstr>
      <vt:lpstr>Poppins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IDPS</dc:title>
  <cp:lastModifiedBy>Iosif Eugen</cp:lastModifiedBy>
  <cp:revision>68</cp:revision>
  <dcterms:created xsi:type="dcterms:W3CDTF">2006-08-16T00:00:00Z</dcterms:created>
  <dcterms:modified xsi:type="dcterms:W3CDTF">2026-03-27T11:56:11Z</dcterms:modified>
  <dc:identifier>DAGCdlFyf5Y</dc:identifier>
</cp:coreProperties>
</file>